
<file path=[Content_Types].xml><?xml version="1.0" encoding="utf-8"?>
<Types xmlns="http://schemas.openxmlformats.org/package/2006/content-types">
  <Default Extension="glb" ContentType="model/gltf-binary"/>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69.xml" ContentType="application/vnd.openxmlformats-officedocument.presentationml.slide+xml"/>
  <Override PartName="/ppt/slides/slide79.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8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9"/>
  </p:notesMasterIdLst>
  <p:handoutMasterIdLst>
    <p:handoutMasterId r:id="rId90"/>
  </p:handoutMasterIdLst>
  <p:sldIdLst>
    <p:sldId id="389" r:id="rId2"/>
    <p:sldId id="257" r:id="rId3"/>
    <p:sldId id="353" r:id="rId70"/>
    <p:sldId id="290" r:id="rId33"/>
    <p:sldId id="378" r:id="rId82"/>
    <p:sldId id="291" r:id="rId34"/>
    <p:sldId id="282" r:id="rId25"/>
    <p:sldId id="401" r:id="rId96"/>
    <p:sldId id="375" r:id="rId80"/>
  </p:sldIdLst>
  <p:sldSz cx="24384000" cy="13716000"/>
  <p:notesSz cx="9928225" cy="6797675"/>
  <p:defaultTextStyle>
    <a:defPPr marL="0" marR="0" indent="0" algn="l" defTabSz="914389"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195"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389"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584"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778"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5973"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167"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362"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556"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7835" userDrawn="1">
          <p15:clr>
            <a:srgbClr val="A4A3A4"/>
          </p15:clr>
        </p15:guide>
        <p15:guide id="2" orient="horz" pos="2029" userDrawn="1">
          <p15:clr>
            <a:srgbClr val="A4A3A4"/>
          </p15:clr>
        </p15:guide>
        <p15:guide id="3" pos="921" userDrawn="1">
          <p15:clr>
            <a:srgbClr val="A4A3A4"/>
          </p15:clr>
        </p15:guide>
        <p15:guide id="4" pos="14484" userDrawn="1">
          <p15:clr>
            <a:srgbClr val="A4A3A4"/>
          </p15:clr>
        </p15:guide>
        <p15:guide id="5" orient="horz" pos="7814" userDrawn="1">
          <p15:clr>
            <a:srgbClr val="A4A3A4"/>
          </p15:clr>
        </p15:guide>
        <p15:guide id="6" orient="horz" pos="7518" userDrawn="1">
          <p15:clr>
            <a:srgbClr val="A4A3A4"/>
          </p15:clr>
        </p15:guide>
        <p15:guide id="7" orient="horz" pos="6000" userDrawn="1">
          <p15:clr>
            <a:srgbClr val="A4A3A4"/>
          </p15:clr>
        </p15:guide>
        <p15:guide id="8" orient="horz" pos="5635" userDrawn="1">
          <p15:clr>
            <a:srgbClr val="A4A3A4"/>
          </p15:clr>
        </p15:guide>
        <p15:guide id="9" pos="5617" userDrawn="1">
          <p15:clr>
            <a:srgbClr val="A4A3A4"/>
          </p15:clr>
        </p15:guide>
        <p15:guide id="10" orient="horz" pos="3368" userDrawn="1">
          <p15:clr>
            <a:srgbClr val="A4A3A4"/>
          </p15:clr>
        </p15:guide>
        <p15:guide id="11" orient="horz" pos="2732" userDrawn="1">
          <p15:clr>
            <a:srgbClr val="A4A3A4"/>
          </p15:clr>
        </p15:guide>
        <p15:guide id="12" pos="2737" userDrawn="1">
          <p15:clr>
            <a:srgbClr val="A4A3A4"/>
          </p15:clr>
        </p15:guide>
        <p15:guide id="13" pos="3303" userDrawn="1">
          <p15:clr>
            <a:srgbClr val="A4A3A4"/>
          </p15:clr>
        </p15:guide>
        <p15:guide id="14" pos="1969" userDrawn="1">
          <p15:clr>
            <a:srgbClr val="A4A3A4"/>
          </p15:clr>
        </p15:guide>
        <p15:guide id="15" pos="6410" userDrawn="1">
          <p15:clr>
            <a:srgbClr val="A4A3A4"/>
          </p15:clr>
        </p15:guide>
        <p15:guide id="16" pos="8791" userDrawn="1">
          <p15:clr>
            <a:srgbClr val="A4A3A4"/>
          </p15:clr>
        </p15:guide>
        <p15:guide id="17" pos="14144" userDrawn="1">
          <p15:clr>
            <a:srgbClr val="A4A3A4"/>
          </p15:clr>
        </p15:guide>
        <p15:guide id="18" pos="9449" userDrawn="1">
          <p15:clr>
            <a:srgbClr val="A4A3A4"/>
          </p15:clr>
        </p15:guide>
        <p15:guide id="19" pos="9835" userDrawn="1">
          <p15:clr>
            <a:srgbClr val="A4A3A4"/>
          </p15:clr>
        </p15:guide>
        <p15:guide id="20" pos="11786" userDrawn="1">
          <p15:clr>
            <a:srgbClr val="A4A3A4"/>
          </p15:clr>
        </p15:guide>
        <p15:guide id="21" pos="12217" userDrawn="1">
          <p15:clr>
            <a:srgbClr val="A4A3A4"/>
          </p15:clr>
        </p15:guide>
        <p15:guide id="22" pos="8089" userDrawn="1">
          <p15:clr>
            <a:srgbClr val="A4A3A4"/>
          </p15:clr>
        </p15:guide>
        <p15:guide id="23" pos="4528" userDrawn="1">
          <p15:clr>
            <a:srgbClr val="A4A3A4"/>
          </p15:clr>
        </p15:guide>
        <p15:guide id="24" orient="horz" pos="2640" userDrawn="1">
          <p15:clr>
            <a:srgbClr val="A4A3A4"/>
          </p15:clr>
        </p15:guide>
        <p15:guide id="25" pos="72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Апакин Михаил Александрович" initials="АМА" lastIdx="0" clrIdx="0">
    <p:extLst>
      <p:ext uri="{19B8F6BF-5375-455C-9EA6-DF929625EA0E}">
        <p15:presenceInfo xmlns:p15="http://schemas.microsoft.com/office/powerpoint/2012/main" userId="S-1-5-21-3840247747-1450702109-120892074-12238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AFC0"/>
    <a:srgbClr val="C80D3F"/>
    <a:srgbClr val="FF5F61"/>
    <a:srgbClr val="E63542"/>
    <a:srgbClr val="E85E68"/>
    <a:srgbClr val="D3E0E4"/>
    <a:srgbClr val="4D56BC"/>
    <a:srgbClr val="5BA7D5"/>
    <a:srgbClr val="002B5B"/>
    <a:srgbClr val="1B25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p:restoredTop sz="96327"/>
  </p:normalViewPr>
  <p:slideViewPr>
    <p:cSldViewPr snapToGrid="0" snapToObjects="1">
      <p:cViewPr varScale="1">
        <p:scale>
          <a:sx n="24" d="100"/>
          <a:sy n="24" d="100"/>
        </p:scale>
        <p:origin x="53" y="590"/>
      </p:cViewPr>
      <p:guideLst>
        <p:guide orient="horz" pos="7835"/>
        <p:guide orient="horz" pos="2029"/>
        <p:guide pos="921"/>
        <p:guide pos="14484"/>
        <p:guide orient="horz" pos="7814"/>
        <p:guide orient="horz" pos="7518"/>
        <p:guide orient="horz" pos="6000"/>
        <p:guide orient="horz" pos="5635"/>
        <p:guide pos="5617"/>
        <p:guide orient="horz" pos="3368"/>
        <p:guide orient="horz" pos="2732"/>
        <p:guide pos="2737"/>
        <p:guide pos="3303"/>
        <p:guide pos="1969"/>
        <p:guide pos="6410"/>
        <p:guide pos="8791"/>
        <p:guide pos="14144"/>
        <p:guide pos="9449"/>
        <p:guide pos="9835"/>
        <p:guide pos="11786"/>
        <p:guide pos="12217"/>
        <p:guide pos="8089"/>
        <p:guide pos="4528"/>
        <p:guide orient="horz" pos="2640"/>
        <p:guide pos="7226"/>
      </p:guideLst>
    </p:cSldViewPr>
  </p:slideViewPr>
  <p:notesTextViewPr>
    <p:cViewPr>
      <p:scale>
        <a:sx n="1" d="1"/>
        <a:sy n="1" d="1"/>
      </p:scale>
      <p:origin x="0" y="0"/>
    </p:cViewPr>
  </p:notesTextViewPr>
  <p:sorterViewPr>
    <p:cViewPr>
      <p:scale>
        <a:sx n="57" d="100"/>
        <a:sy n="57" d="100"/>
      </p:scale>
      <p:origin x="0" y="0"/>
    </p:cViewPr>
  </p:sorterViewPr>
  <p:notesViewPr>
    <p:cSldViewPr snapToGrid="0" snapToObjects="1">
      <p:cViewPr varScale="1">
        <p:scale>
          <a:sx n="87" d="100"/>
          <a:sy n="87" d="100"/>
        </p:scale>
        <p:origin x="1848" y="58"/>
      </p:cViewPr>
      <p:guideLst/>
    </p:cSldViewPr>
  </p:notesViewPr>
  <p:gridSpacing cx="72008" cy="72008"/>
</p:viewPr>
</file>

<file path=ppt/_rels/presentation.xml.rels><?xml version="1.0" encoding="utf-8"?><Relationships xmlns="http://schemas.openxmlformats.org/package/2006/relationships"><Relationship Id="rId89" Type="http://schemas.openxmlformats.org/officeDocument/2006/relationships/notesMaster" Target="notesMasters/notesMaster1.xml"/><Relationship Id="rId90" Type="http://schemas.openxmlformats.org/officeDocument/2006/relationships/handoutMaster" Target="handoutMasters/handoutMaster1.xml"/><Relationship Id="rId95" Type="http://schemas.openxmlformats.org/officeDocument/2006/relationships/tableStyles" Target="tableStyles.xml"/><Relationship Id="rId80" Type="http://schemas.openxmlformats.org/officeDocument/2006/relationships/slide" Target="slides/slide79.xml"/><Relationship Id="rId9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33" Type="http://schemas.openxmlformats.org/officeDocument/2006/relationships/slide" Target="slides/slide32.xml"/><Relationship Id="rId70" Type="http://schemas.openxmlformats.org/officeDocument/2006/relationships/slide" Target="slides/slide69.xml"/><Relationship Id="rId91" Type="http://schemas.openxmlformats.org/officeDocument/2006/relationships/commentAuthors" Target="commentAuthors.xml"/><Relationship Id="rId1" Type="http://schemas.openxmlformats.org/officeDocument/2006/relationships/slideMaster" Target="slideMasters/slideMaster1.xml"/><Relationship Id="rId94" Type="http://schemas.openxmlformats.org/officeDocument/2006/relationships/theme" Target="theme/theme1.xml"/><Relationship Id="rId34" Type="http://schemas.openxmlformats.org/officeDocument/2006/relationships/slide" Target="slides/slide33.xml"/><Relationship Id="rId92" Type="http://schemas.openxmlformats.org/officeDocument/2006/relationships/presProps" Target="presProps.xml"/><Relationship Id="rId2" Type="http://schemas.openxmlformats.org/officeDocument/2006/relationships/slide" Target="slides/slide1.xml"/><Relationship Id="rId82" Type="http://schemas.openxmlformats.org/officeDocument/2006/relationships/slide" Target="slides/slide81.xml"/>  <Relationship Id="rId96" Type="http://schemas.openxmlformats.org/officeDocument/2006/relationships/slide" Target="slides/slide88.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9642D926-E079-1C43-78F1-C2634BAE59F2}"/>
              </a:ext>
            </a:extLst>
          </p:cNvPr>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9A324DC4-BCC9-CDD3-B3AE-F0041C2F345A}"/>
              </a:ext>
            </a:extLst>
          </p:cNvPr>
          <p:cNvSpPr>
            <a:spLocks noGrp="1"/>
          </p:cNvSpPr>
          <p:nvPr>
            <p:ph type="dt" sz="quarter" idx="1"/>
          </p:nvPr>
        </p:nvSpPr>
        <p:spPr>
          <a:xfrm>
            <a:off x="5622925" y="0"/>
            <a:ext cx="4303713" cy="341313"/>
          </a:xfrm>
          <a:prstGeom prst="rect">
            <a:avLst/>
          </a:prstGeom>
        </p:spPr>
        <p:txBody>
          <a:bodyPr vert="horz" lIns="91440" tIns="45720" rIns="91440" bIns="45720" rtlCol="0"/>
          <a:lstStyle>
            <a:lvl1pPr algn="r">
              <a:defRPr sz="1200"/>
            </a:lvl1pPr>
          </a:lstStyle>
          <a:p>
            <a:fld id="{BF52F246-F73D-45E2-9F41-142DBE0880D0}" type="datetimeFigureOut">
              <a:rPr lang="ru-RU" smtClean="0"/>
              <a:t>05.04.2026</a:t>
            </a:fld>
            <a:endParaRPr lang="ru-RU"/>
          </a:p>
        </p:txBody>
      </p:sp>
      <p:sp>
        <p:nvSpPr>
          <p:cNvPr id="4" name="Нижний колонтитул 3">
            <a:extLst>
              <a:ext uri="{FF2B5EF4-FFF2-40B4-BE49-F238E27FC236}">
                <a16:creationId xmlns:a16="http://schemas.microsoft.com/office/drawing/2014/main" id="{EAFD7C1C-1BAD-BDAE-C016-EDBB1CE094D6}"/>
              </a:ext>
            </a:extLst>
          </p:cNvPr>
          <p:cNvSpPr>
            <a:spLocks noGrp="1"/>
          </p:cNvSpPr>
          <p:nvPr>
            <p:ph type="ftr" sz="quarter" idx="2"/>
          </p:nvPr>
        </p:nvSpPr>
        <p:spPr>
          <a:xfrm>
            <a:off x="0" y="6456363"/>
            <a:ext cx="4302125" cy="341312"/>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B634D5B6-F934-9ADB-FA66-ECC7AC603144}"/>
              </a:ext>
            </a:extLst>
          </p:cNvPr>
          <p:cNvSpPr>
            <a:spLocks noGrp="1"/>
          </p:cNvSpPr>
          <p:nvPr>
            <p:ph type="sldNum" sz="quarter" idx="3"/>
          </p:nvPr>
        </p:nvSpPr>
        <p:spPr>
          <a:xfrm>
            <a:off x="5622925" y="6456363"/>
            <a:ext cx="4303713" cy="341312"/>
          </a:xfrm>
          <a:prstGeom prst="rect">
            <a:avLst/>
          </a:prstGeom>
        </p:spPr>
        <p:txBody>
          <a:bodyPr vert="horz" lIns="91440" tIns="45720" rIns="91440" bIns="45720" rtlCol="0" anchor="b"/>
          <a:lstStyle>
            <a:lvl1pPr algn="r">
              <a:defRPr sz="1200"/>
            </a:lvl1pPr>
          </a:lstStyle>
          <a:p>
            <a:fld id="{108E11C1-83C5-430E-8196-D3A36C7AB2BA}" type="slidenum">
              <a:rPr lang="ru-RU" smtClean="0"/>
              <a:t>‹#›</a:t>
            </a:fld>
            <a:endParaRPr lang="ru-RU"/>
          </a:p>
        </p:txBody>
      </p:sp>
    </p:spTree>
    <p:extLst>
      <p:ext uri="{BB962C8B-B14F-4D97-AF65-F5344CB8AC3E}">
        <p14:creationId xmlns:p14="http://schemas.microsoft.com/office/powerpoint/2010/main" val="174095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4" name="Shape 44"/>
          <p:cNvSpPr>
            <a:spLocks noGrp="1" noRot="1" noChangeAspect="1"/>
          </p:cNvSpPr>
          <p:nvPr>
            <p:ph type="sldImg"/>
          </p:nvPr>
        </p:nvSpPr>
        <p:spPr>
          <a:xfrm>
            <a:off x="2697163" y="509588"/>
            <a:ext cx="4533900" cy="2549525"/>
          </a:xfrm>
          <a:prstGeom prst="rect">
            <a:avLst/>
          </a:prstGeom>
        </p:spPr>
        <p:txBody>
          <a:bodyPr/>
          <a:lstStyle/>
          <a:p>
            <a:endParaRPr dirty="0"/>
          </a:p>
        </p:txBody>
      </p:sp>
      <p:sp>
        <p:nvSpPr>
          <p:cNvPr id="45" name="Shape 45"/>
          <p:cNvSpPr>
            <a:spLocks noGrp="1"/>
          </p:cNvSpPr>
          <p:nvPr>
            <p:ph type="body" sz="quarter" idx="1"/>
          </p:nvPr>
        </p:nvSpPr>
        <p:spPr>
          <a:xfrm>
            <a:off x="1323764" y="3228896"/>
            <a:ext cx="7280698" cy="3058954"/>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195" latinLnBrk="0">
      <a:lnSpc>
        <a:spcPct val="117999"/>
      </a:lnSpc>
      <a:defRPr sz="2200" b="1" i="0">
        <a:latin typeface="Arial" panose="020B0604020202020204" pitchFamily="34" charset="0"/>
        <a:ea typeface="Helvetica Neue"/>
        <a:cs typeface="Arial" panose="020B0604020202020204" pitchFamily="34" charset="0"/>
        <a:sym typeface="Helvetica Neue"/>
      </a:defRPr>
    </a:lvl1pPr>
    <a:lvl2pPr indent="228597" defTabSz="457195" latinLnBrk="0">
      <a:lnSpc>
        <a:spcPct val="117999"/>
      </a:lnSpc>
      <a:defRPr sz="2200">
        <a:latin typeface="Helvetica Neue"/>
        <a:ea typeface="Helvetica Neue"/>
        <a:cs typeface="Helvetica Neue"/>
        <a:sym typeface="Helvetica Neue"/>
      </a:defRPr>
    </a:lvl2pPr>
    <a:lvl3pPr indent="457195" defTabSz="457195" latinLnBrk="0">
      <a:lnSpc>
        <a:spcPct val="117999"/>
      </a:lnSpc>
      <a:defRPr sz="2200">
        <a:latin typeface="Helvetica Neue"/>
        <a:ea typeface="Helvetica Neue"/>
        <a:cs typeface="Helvetica Neue"/>
        <a:sym typeface="Helvetica Neue"/>
      </a:defRPr>
    </a:lvl3pPr>
    <a:lvl4pPr indent="685792" defTabSz="457195" latinLnBrk="0">
      <a:lnSpc>
        <a:spcPct val="117999"/>
      </a:lnSpc>
      <a:defRPr sz="2200">
        <a:latin typeface="Helvetica Neue"/>
        <a:ea typeface="Helvetica Neue"/>
        <a:cs typeface="Helvetica Neue"/>
        <a:sym typeface="Helvetica Neue"/>
      </a:defRPr>
    </a:lvl4pPr>
    <a:lvl5pPr indent="914389" defTabSz="457195" latinLnBrk="0">
      <a:lnSpc>
        <a:spcPct val="117999"/>
      </a:lnSpc>
      <a:defRPr sz="2200">
        <a:latin typeface="Helvetica Neue"/>
        <a:ea typeface="Helvetica Neue"/>
        <a:cs typeface="Helvetica Neue"/>
        <a:sym typeface="Helvetica Neue"/>
      </a:defRPr>
    </a:lvl5pPr>
    <a:lvl6pPr indent="1142986" defTabSz="457195" latinLnBrk="0">
      <a:lnSpc>
        <a:spcPct val="117999"/>
      </a:lnSpc>
      <a:defRPr sz="2200">
        <a:latin typeface="Helvetica Neue"/>
        <a:ea typeface="Helvetica Neue"/>
        <a:cs typeface="Helvetica Neue"/>
        <a:sym typeface="Helvetica Neue"/>
      </a:defRPr>
    </a:lvl6pPr>
    <a:lvl7pPr indent="1371584" defTabSz="457195" latinLnBrk="0">
      <a:lnSpc>
        <a:spcPct val="117999"/>
      </a:lnSpc>
      <a:defRPr sz="2200">
        <a:latin typeface="Helvetica Neue"/>
        <a:ea typeface="Helvetica Neue"/>
        <a:cs typeface="Helvetica Neue"/>
        <a:sym typeface="Helvetica Neue"/>
      </a:defRPr>
    </a:lvl7pPr>
    <a:lvl8pPr indent="1600181" defTabSz="457195" latinLnBrk="0">
      <a:lnSpc>
        <a:spcPct val="117999"/>
      </a:lnSpc>
      <a:defRPr sz="2200">
        <a:latin typeface="Helvetica Neue"/>
        <a:ea typeface="Helvetica Neue"/>
        <a:cs typeface="Helvetica Neue"/>
        <a:sym typeface="Helvetica Neue"/>
      </a:defRPr>
    </a:lvl8pPr>
    <a:lvl9pPr indent="1828778" defTabSz="457195"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bg>
      <p:bgPr>
        <a:solidFill>
          <a:schemeClr val="bg2"/>
        </a:solidFill>
        <a:effectLst/>
      </p:bgPr>
    </p:bg>
    <p:spTree>
      <p:nvGrpSpPr>
        <p:cNvPr id="1" name=""/>
        <p:cNvGrpSpPr/>
        <p:nvPr/>
      </p:nvGrpSpPr>
      <p:grpSpPr>
        <a:xfrm>
          <a:off x="0" y="0"/>
          <a:ext cx="0" cy="0"/>
          <a:chOff x="0" y="0"/>
          <a:chExt cx="0" cy="0"/>
        </a:xfrm>
      </p:grpSpPr>
      <p:sp>
        <p:nvSpPr>
          <p:cNvPr id="10" name="Circle">
            <a:extLst>
              <a:ext uri="{FF2B5EF4-FFF2-40B4-BE49-F238E27FC236}">
                <a16:creationId xmlns:a16="http://schemas.microsoft.com/office/drawing/2014/main" id="{F45B0D71-897C-4EB0-46E0-FB6CB6B7B520}"/>
              </a:ext>
            </a:extLst>
          </p:cNvPr>
          <p:cNvSpPr/>
          <p:nvPr userDrawn="1"/>
        </p:nvSpPr>
        <p:spPr>
          <a:xfrm>
            <a:off x="22441118" y="11878734"/>
            <a:ext cx="571500" cy="571500"/>
          </a:xfrm>
          <a:prstGeom prst="ellipse">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14" name="TextBox 13">
            <a:extLst>
              <a:ext uri="{FF2B5EF4-FFF2-40B4-BE49-F238E27FC236}">
                <a16:creationId xmlns:a16="http://schemas.microsoft.com/office/drawing/2014/main" id="{8B6A0843-726A-3A59-EE52-9E2E5CFD50FB}"/>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6" name="Рисунок 5">
            <a:extLst>
              <a:ext uri="{FF2B5EF4-FFF2-40B4-BE49-F238E27FC236}">
                <a16:creationId xmlns:a16="http://schemas.microsoft.com/office/drawing/2014/main" id="{3902CFB0-D572-BEF3-4C22-35C7B16C92A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200159" y="742369"/>
            <a:ext cx="3046664" cy="1332916"/>
          </a:xfrm>
          <a:prstGeom prst="rect">
            <a:avLst/>
          </a:prstGeom>
        </p:spPr>
      </p:pic>
    </p:spTree>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0_Red">
    <p:bg>
      <p:bgPr>
        <a:solidFill>
          <a:schemeClr val="bg2"/>
        </a:solidFill>
        <a:effectLst/>
      </p:bgPr>
    </p:bg>
    <p:spTree>
      <p:nvGrpSpPr>
        <p:cNvPr id="1" name=""/>
        <p:cNvGrpSpPr/>
        <p:nvPr/>
      </p:nvGrpSpPr>
      <p:grpSpPr>
        <a:xfrm>
          <a:off x="0" y="0"/>
          <a:ext cx="0" cy="0"/>
          <a:chOff x="0" y="0"/>
          <a:chExt cx="0" cy="0"/>
        </a:xfrm>
      </p:grpSpPr>
      <p:sp>
        <p:nvSpPr>
          <p:cNvPr id="7" name="Rectangle">
            <a:extLst>
              <a:ext uri="{FF2B5EF4-FFF2-40B4-BE49-F238E27FC236}">
                <a16:creationId xmlns:a16="http://schemas.microsoft.com/office/drawing/2014/main" id="{EE11BFFA-23E6-49E3-A942-F58919D39390}"/>
              </a:ext>
            </a:extLst>
          </p:cNvPr>
          <p:cNvSpPr/>
          <p:nvPr userDrawn="1"/>
        </p:nvSpPr>
        <p:spPr>
          <a:xfrm>
            <a:off x="-8468" y="7426"/>
            <a:ext cx="24400935" cy="5337688"/>
          </a:xfrm>
          <a:prstGeom prst="rect">
            <a:avLst/>
          </a:prstGeom>
          <a:solidFill>
            <a:srgbClr val="C80D3F"/>
          </a:solidFill>
          <a:ln w="12700">
            <a:solidFill>
              <a:srgbClr val="C80D3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pic>
        <p:nvPicPr>
          <p:cNvPr id="4" name="Picture 3">
            <a:extLst>
              <a:ext uri="{FF2B5EF4-FFF2-40B4-BE49-F238E27FC236}">
                <a16:creationId xmlns:a16="http://schemas.microsoft.com/office/drawing/2014/main" id="{2C91159F-2418-9CF7-F3EA-6B221713A7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779493" y="343710"/>
            <a:ext cx="3471601" cy="1828516"/>
          </a:xfrm>
          <a:prstGeom prst="rect">
            <a:avLst/>
          </a:prstGeom>
        </p:spPr>
      </p:pic>
      <p:sp>
        <p:nvSpPr>
          <p:cNvPr id="2" name="Circle">
            <a:extLst>
              <a:ext uri="{FF2B5EF4-FFF2-40B4-BE49-F238E27FC236}">
                <a16:creationId xmlns:a16="http://schemas.microsoft.com/office/drawing/2014/main" id="{C8EC8FE0-0138-72CC-F050-6504FAB4FA84}"/>
              </a:ext>
            </a:extLst>
          </p:cNvPr>
          <p:cNvSpPr/>
          <p:nvPr userDrawn="1"/>
        </p:nvSpPr>
        <p:spPr>
          <a:xfrm>
            <a:off x="22441118" y="11878734"/>
            <a:ext cx="571500" cy="571500"/>
          </a:xfrm>
          <a:prstGeom prst="ellipse">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39DB37BF-5AF1-C89B-8019-3577DB4285F9}"/>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extLst>
      <p:ext uri="{BB962C8B-B14F-4D97-AF65-F5344CB8AC3E}">
        <p14:creationId xmlns:p14="http://schemas.microsoft.com/office/powerpoint/2010/main" val="174579365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Subtitle + Photos">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45D3E87-3C0B-F341-A27B-E2D273F59996}"/>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5E391CB4-F622-EE43-B7C0-C3795A8A817F}"/>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8DCDBF16-3682-A242-9C9E-476989CD5EA2}"/>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3456F4FF-644F-E34F-AC43-D48D8A05DF1E}"/>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5" name="Picture Placeholder 2">
            <a:extLst>
              <a:ext uri="{FF2B5EF4-FFF2-40B4-BE49-F238E27FC236}">
                <a16:creationId xmlns:a16="http://schemas.microsoft.com/office/drawing/2014/main" id="{6E67A86B-D2D7-4448-8557-A3A39BC9F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6" name="Picture Placeholder 2">
            <a:extLst>
              <a:ext uri="{FF2B5EF4-FFF2-40B4-BE49-F238E27FC236}">
                <a16:creationId xmlns:a16="http://schemas.microsoft.com/office/drawing/2014/main" id="{13B8D20F-D046-D946-99FE-1E81A88B9B31}"/>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7" name="Picture Placeholder 2">
            <a:extLst>
              <a:ext uri="{FF2B5EF4-FFF2-40B4-BE49-F238E27FC236}">
                <a16:creationId xmlns:a16="http://schemas.microsoft.com/office/drawing/2014/main" id="{7C0CB0D5-2B46-DD4D-8C04-40F9D2008D42}"/>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8" name="Picture Placeholder 2">
            <a:extLst>
              <a:ext uri="{FF2B5EF4-FFF2-40B4-BE49-F238E27FC236}">
                <a16:creationId xmlns:a16="http://schemas.microsoft.com/office/drawing/2014/main" id="{15A5B861-B62C-8042-958E-38453E093450}"/>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9" name="Picture Placeholder 2">
            <a:extLst>
              <a:ext uri="{FF2B5EF4-FFF2-40B4-BE49-F238E27FC236}">
                <a16:creationId xmlns:a16="http://schemas.microsoft.com/office/drawing/2014/main" id="{4E68379E-C006-DE43-A791-6269DC771BBC}"/>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0" name="Picture Placeholder 2">
            <a:extLst>
              <a:ext uri="{FF2B5EF4-FFF2-40B4-BE49-F238E27FC236}">
                <a16:creationId xmlns:a16="http://schemas.microsoft.com/office/drawing/2014/main" id="{D2AFC5A0-9BEF-D44B-9C18-CB175E90F418}"/>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 name="Circle">
            <a:extLst>
              <a:ext uri="{FF2B5EF4-FFF2-40B4-BE49-F238E27FC236}">
                <a16:creationId xmlns:a16="http://schemas.microsoft.com/office/drawing/2014/main" id="{1780EDDA-258C-931F-B0A1-E4E70C698017}"/>
              </a:ext>
            </a:extLst>
          </p:cNvPr>
          <p:cNvSpPr/>
          <p:nvPr userDrawn="1"/>
        </p:nvSpPr>
        <p:spPr>
          <a:xfrm>
            <a:off x="22441118" y="11878734"/>
            <a:ext cx="571500" cy="571500"/>
          </a:xfrm>
          <a:prstGeom prst="ellipse">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TextBox 3">
            <a:extLst>
              <a:ext uri="{FF2B5EF4-FFF2-40B4-BE49-F238E27FC236}">
                <a16:creationId xmlns:a16="http://schemas.microsoft.com/office/drawing/2014/main" id="{45A778B2-1FAE-607E-FE4E-E79180AC544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12" name="Рисунок 11">
            <a:extLst>
              <a:ext uri="{FF2B5EF4-FFF2-40B4-BE49-F238E27FC236}">
                <a16:creationId xmlns:a16="http://schemas.microsoft.com/office/drawing/2014/main" id="{4EDA639E-E9D9-F25D-CEAA-E7B960C617D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200159" y="742369"/>
            <a:ext cx="3046664" cy="1332916"/>
          </a:xfrm>
          <a:prstGeom prst="rect">
            <a:avLst/>
          </a:prstGeom>
        </p:spPr>
      </p:pic>
    </p:spTree>
    <p:extLst>
      <p:ext uri="{BB962C8B-B14F-4D97-AF65-F5344CB8AC3E}">
        <p14:creationId xmlns:p14="http://schemas.microsoft.com/office/powerpoint/2010/main" val="102101214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no page number">
    <p:bg>
      <p:bgPr>
        <a:solidFill>
          <a:schemeClr val="bg2"/>
        </a:solidFill>
        <a:effectLst/>
      </p:bgPr>
    </p:bg>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C924A6BA-403C-C420-3E14-6AB92BC8C79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200159" y="742369"/>
            <a:ext cx="3046664" cy="1332916"/>
          </a:xfrm>
          <a:prstGeom prst="rect">
            <a:avLst/>
          </a:prstGeom>
        </p:spPr>
      </p:pic>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Subtitle (without header)">
    <p:bg>
      <p:bgPr>
        <a:solidFill>
          <a:schemeClr val="bg2"/>
        </a:solidFill>
        <a:effectLst/>
      </p:bgPr>
    </p:bg>
    <p:spTree>
      <p:nvGrpSpPr>
        <p:cNvPr id="1" name=""/>
        <p:cNvGrpSpPr/>
        <p:nvPr/>
      </p:nvGrpSpPr>
      <p:grpSpPr>
        <a:xfrm>
          <a:off x="0" y="0"/>
          <a:ext cx="0" cy="0"/>
          <a:chOff x="0" y="0"/>
          <a:chExt cx="0" cy="0"/>
        </a:xfrm>
      </p:grpSpPr>
      <p:sp>
        <p:nvSpPr>
          <p:cNvPr id="2" name="Circle">
            <a:extLst>
              <a:ext uri="{FF2B5EF4-FFF2-40B4-BE49-F238E27FC236}">
                <a16:creationId xmlns:a16="http://schemas.microsoft.com/office/drawing/2014/main" id="{43FBEB1F-7A76-9A45-261E-C90E40F044DB}"/>
              </a:ext>
            </a:extLst>
          </p:cNvPr>
          <p:cNvSpPr/>
          <p:nvPr userDrawn="1"/>
        </p:nvSpPr>
        <p:spPr>
          <a:xfrm>
            <a:off x="22441118" y="11878734"/>
            <a:ext cx="571500" cy="571500"/>
          </a:xfrm>
          <a:prstGeom prst="ellipse">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79A3E8BA-B8F4-B639-5694-FC4340E808A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Subtitle (without header) + Photos">
    <p:bg>
      <p:bgPr>
        <a:solidFill>
          <a:schemeClr val="bg2"/>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FBAE1344-71FB-214A-985A-C79AE33BAD38}"/>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5" name="Picture Placeholder 2">
            <a:extLst>
              <a:ext uri="{FF2B5EF4-FFF2-40B4-BE49-F238E27FC236}">
                <a16:creationId xmlns:a16="http://schemas.microsoft.com/office/drawing/2014/main" id="{3FAF2F12-F6A2-F94B-94A1-8FC535902C7B}"/>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6" name="Picture Placeholder 2">
            <a:extLst>
              <a:ext uri="{FF2B5EF4-FFF2-40B4-BE49-F238E27FC236}">
                <a16:creationId xmlns:a16="http://schemas.microsoft.com/office/drawing/2014/main" id="{D2D72B2A-0AFA-E744-A788-3DBAB2334098}"/>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7" name="Picture Placeholder 2">
            <a:extLst>
              <a:ext uri="{FF2B5EF4-FFF2-40B4-BE49-F238E27FC236}">
                <a16:creationId xmlns:a16="http://schemas.microsoft.com/office/drawing/2014/main" id="{C86CE5F9-F76C-5447-854F-C41CDBCF8B4D}"/>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AD67D36D-1FCA-3A46-9B4A-5D1828C6D688}"/>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486BE658-6D24-CA4C-AB3D-5A54CB356B30}"/>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FFF242D3-B6C6-414A-84B9-697A2301F818}"/>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1" name="Picture Placeholder 2">
            <a:extLst>
              <a:ext uri="{FF2B5EF4-FFF2-40B4-BE49-F238E27FC236}">
                <a16:creationId xmlns:a16="http://schemas.microsoft.com/office/drawing/2014/main" id="{D050F28B-8BAE-5B4C-B35C-E30F344D5141}"/>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2" name="Picture Placeholder 2">
            <a:extLst>
              <a:ext uri="{FF2B5EF4-FFF2-40B4-BE49-F238E27FC236}">
                <a16:creationId xmlns:a16="http://schemas.microsoft.com/office/drawing/2014/main" id="{642DCAE9-9E18-4B47-A5A0-FB78038F0822}"/>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3" name="Picture Placeholder 2">
            <a:extLst>
              <a:ext uri="{FF2B5EF4-FFF2-40B4-BE49-F238E27FC236}">
                <a16:creationId xmlns:a16="http://schemas.microsoft.com/office/drawing/2014/main" id="{F32F03F1-C50A-864C-B428-79231A186CED}"/>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 name="Circle">
            <a:extLst>
              <a:ext uri="{FF2B5EF4-FFF2-40B4-BE49-F238E27FC236}">
                <a16:creationId xmlns:a16="http://schemas.microsoft.com/office/drawing/2014/main" id="{C1EAAE23-95AD-ACA9-8D10-06E84970F323}"/>
              </a:ext>
            </a:extLst>
          </p:cNvPr>
          <p:cNvSpPr/>
          <p:nvPr userDrawn="1"/>
        </p:nvSpPr>
        <p:spPr>
          <a:xfrm>
            <a:off x="22441118" y="11878734"/>
            <a:ext cx="571500" cy="571500"/>
          </a:xfrm>
          <a:prstGeom prst="ellipse">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0C2C4A6C-1FF9-8DE3-A5AF-C565B10E0D9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extLst>
      <p:ext uri="{BB962C8B-B14F-4D97-AF65-F5344CB8AC3E}">
        <p14:creationId xmlns:p14="http://schemas.microsoft.com/office/powerpoint/2010/main" val="742843292"/>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bg>
      <p:bgPr>
        <a:solidFill>
          <a:schemeClr val="bg2"/>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 Photos">
    <p:bg>
      <p:bgPr>
        <a:solidFill>
          <a:schemeClr val="bg2"/>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01F935C2-BB49-7F44-AA76-95F670099320}"/>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3" name="Picture Placeholder 2">
            <a:extLst>
              <a:ext uri="{FF2B5EF4-FFF2-40B4-BE49-F238E27FC236}">
                <a16:creationId xmlns:a16="http://schemas.microsoft.com/office/drawing/2014/main" id="{58871FA9-522E-EF46-8ED1-22380FB4075C}"/>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4" name="Picture Placeholder 2">
            <a:extLst>
              <a:ext uri="{FF2B5EF4-FFF2-40B4-BE49-F238E27FC236}">
                <a16:creationId xmlns:a16="http://schemas.microsoft.com/office/drawing/2014/main" id="{A1CE6A93-8415-B84C-9636-40D989C3225E}"/>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5" name="Picture Placeholder 2">
            <a:extLst>
              <a:ext uri="{FF2B5EF4-FFF2-40B4-BE49-F238E27FC236}">
                <a16:creationId xmlns:a16="http://schemas.microsoft.com/office/drawing/2014/main" id="{24F4412B-9D40-1740-8196-208EDFDE6A40}"/>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6" name="Picture Placeholder 2">
            <a:extLst>
              <a:ext uri="{FF2B5EF4-FFF2-40B4-BE49-F238E27FC236}">
                <a16:creationId xmlns:a16="http://schemas.microsoft.com/office/drawing/2014/main" id="{DF52A887-0B61-FB40-A002-18D9DB156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7" name="Picture Placeholder 2">
            <a:extLst>
              <a:ext uri="{FF2B5EF4-FFF2-40B4-BE49-F238E27FC236}">
                <a16:creationId xmlns:a16="http://schemas.microsoft.com/office/drawing/2014/main" id="{9D153C23-CF0C-C44B-9801-00A206002652}"/>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BA9D09E7-4FBA-1C4C-8814-B5E33FE5F03F}"/>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9E774562-BACD-F54F-9D9D-7B802146C18E}"/>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3A962AB2-20FD-7B4B-A867-E694B5CA857B}"/>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1" name="Picture Placeholder 2">
            <a:extLst>
              <a:ext uri="{FF2B5EF4-FFF2-40B4-BE49-F238E27FC236}">
                <a16:creationId xmlns:a16="http://schemas.microsoft.com/office/drawing/2014/main" id="{BC6BEB8C-9FDC-BC4E-B300-7609F4B058E0}"/>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Tree>
    <p:extLst>
      <p:ext uri="{BB962C8B-B14F-4D97-AF65-F5344CB8AC3E}">
        <p14:creationId xmlns:p14="http://schemas.microsoft.com/office/powerpoint/2010/main" val="15844534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6" r:id="rId2"/>
    <p:sldLayoutId id="2147483653" r:id="rId3"/>
    <p:sldLayoutId id="2147483650" r:id="rId4"/>
    <p:sldLayoutId id="2147483651" r:id="rId5"/>
    <p:sldLayoutId id="2147483654" r:id="rId6"/>
    <p:sldLayoutId id="2147483652" r:id="rId7"/>
    <p:sldLayoutId id="2147483655" r:id="rId8"/>
  </p:sldLayoutIdLst>
  <p:transition spd="med"/>
  <p:txStyles>
    <p:titleStyle>
      <a:lvl1pPr marL="0" marR="0" indent="0"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1pPr>
      <a:lvl2pPr marL="0" marR="0" indent="457248"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2pPr>
      <a:lvl3pPr marL="0" marR="0" indent="914499"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3pPr>
      <a:lvl4pPr marL="0" marR="0" indent="1371747"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4pPr>
      <a:lvl5pPr marL="0" marR="0" indent="182899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5pPr>
      <a:lvl6pPr marL="0" marR="0" indent="2286246"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6pPr>
      <a:lvl7pPr marL="0" marR="0" indent="2743494"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7pPr>
      <a:lvl8pPr marL="0" marR="0" indent="320074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8pPr>
      <a:lvl9pPr marL="0" marR="0" indent="3657993"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9pPr>
    </p:titleStyle>
    <p:bodyStyle>
      <a:lvl1pPr marL="63506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1pPr>
      <a:lvl2pPr marL="127013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2pPr>
      <a:lvl3pPr marL="190520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3pPr>
      <a:lvl4pPr marL="2540273"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4pPr>
      <a:lvl5pPr marL="3175342"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5pPr>
      <a:lvl6pPr marL="381040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6pPr>
      <a:lvl7pPr marL="444547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7pPr>
      <a:lvl8pPr marL="508054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8pPr>
      <a:lvl9pPr marL="5715615"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48"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99"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747"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99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246"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494"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74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993"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extLst>
    <p:ext uri="{27BBF7A9-308A-43DC-89C8-2F10F3537804}">
      <p15:sldGuideLst xmlns:p15="http://schemas.microsoft.com/office/powerpoint/2012/main">
        <p15:guide id="1" orient="horz" pos="4320" userDrawn="1">
          <p15:clr>
            <a:srgbClr val="F26B43"/>
          </p15:clr>
        </p15:guide>
        <p15:guide id="2" pos="76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9" Type="http://schemas.openxmlformats.org/officeDocument/2006/relationships/image" Target="../media/image5_fallback.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7/06/relationships/model3d" Target="../media/model3d_emblem.glb"/><Relationship Id="rId3" Type="http://schemas.openxmlformats.org/officeDocument/2006/relationships/image" Target="../media/model3d_2_0.png"/><Relationship Id="rId4" Type="http://schemas.microsoft.com/office/2017/06/relationships/model3d" Target="../media/model3d_boot.glb"/><Relationship Id="rId5" Type="http://schemas.openxmlformats.org/officeDocument/2006/relationships/image" Target="../media/model3d_2_1.png"/><Relationship Id="rId6" Type="http://schemas.microsoft.com/office/2017/06/relationships/model3d" Target="../media/model3d_braces.glb"/><Relationship Id="rId7" Type="http://schemas.openxmlformats.org/officeDocument/2006/relationships/image" Target="../media/model3d_2_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7/06/relationships/model3d" Target="../media/model3d_emblem.glb"/><Relationship Id="rId3" Type="http://schemas.openxmlformats.org/officeDocument/2006/relationships/image" Target="../media/model3d_24_0.png"/><Relationship Id="rId4" Type="http://schemas.microsoft.com/office/2017/06/relationships/model3d" Target="../media/model3d_boot.glb"/><Relationship Id="rId5" Type="http://schemas.openxmlformats.org/officeDocument/2006/relationships/image" Target="../media/model3d_24_1.png"/><Relationship Id="rId6" Type="http://schemas.microsoft.com/office/2017/06/relationships/model3d" Target="../media/model3d_braces.glb"/><Relationship Id="rId7" Type="http://schemas.openxmlformats.org/officeDocument/2006/relationships/image" Target="../media/model3d_24_2.png"/><Relationship Id="rId8" Type="http://schemas.microsoft.com/office/2017/06/relationships/model3d" Target="../media/model3d_vinyl.glb"/><Relationship Id="rId9" Type="http://schemas.openxmlformats.org/officeDocument/2006/relationships/image" Target="../media/model3d_24_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7/06/relationships/model3d" Target="../media/model3d_emblem.glb"/><Relationship Id="rId3" Type="http://schemas.openxmlformats.org/officeDocument/2006/relationships/image" Target="../media/model3d_32_0.png"/><Relationship Id="rId4" Type="http://schemas.microsoft.com/office/2017/06/relationships/model3d" Target="../media/model3d_vinyl.glb"/><Relationship Id="rId5" Type="http://schemas.openxmlformats.org/officeDocument/2006/relationships/image" Target="../media/model3d_32_1.png"/><Relationship Id="rId6" Type="http://schemas.microsoft.com/office/2017/06/relationships/model3d" Target="../media/model3d_boot.glb"/><Relationship Id="rId7" Type="http://schemas.openxmlformats.org/officeDocument/2006/relationships/image" Target="../media/model3d_32_2.png"/><Relationship Id="rId8" Type="http://schemas.microsoft.com/office/2017/06/relationships/model3d" Target="../media/model3d_braces.glb"/><Relationship Id="rId9" Type="http://schemas.openxmlformats.org/officeDocument/2006/relationships/image" Target="../media/model3d_32_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7/06/relationships/model3d" Target="../media/model3d_emblem.glb"/><Relationship Id="rId3" Type="http://schemas.openxmlformats.org/officeDocument/2006/relationships/image" Target="../media/model3d_33_0.png"/><Relationship Id="rId4" Type="http://schemas.microsoft.com/office/2017/06/relationships/model3d" Target="../media/model3d_boot.glb"/><Relationship Id="rId5" Type="http://schemas.openxmlformats.org/officeDocument/2006/relationships/image" Target="../media/model3d_33_1.png"/><Relationship Id="rId6" Type="http://schemas.microsoft.com/office/2017/06/relationships/model3d" Target="../media/model3d_braces.glb"/><Relationship Id="rId7" Type="http://schemas.openxmlformats.org/officeDocument/2006/relationships/image" Target="../media/model3d_33_2.png"/><Relationship Id="rId8" Type="http://schemas.microsoft.com/office/2017/06/relationships/model3d" Target="../media/model3d_vinyl.glb"/><Relationship Id="rId9" Type="http://schemas.openxmlformats.org/officeDocument/2006/relationships/image" Target="../media/model3d_33_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7/06/relationships/model3d" Target="../media/model3d_emblem.glb"/><Relationship Id="rId3" Type="http://schemas.openxmlformats.org/officeDocument/2006/relationships/image" Target="../media/model3d_69_0.png"/><Relationship Id="rId4" Type="http://schemas.microsoft.com/office/2017/06/relationships/model3d" Target="../media/model3d_boot.glb"/><Relationship Id="rId5" Type="http://schemas.openxmlformats.org/officeDocument/2006/relationships/image" Target="../media/model3d_69_1.png"/><Relationship Id="rId6" Type="http://schemas.microsoft.com/office/2017/06/relationships/model3d" Target="../media/model3d_braces.glb"/><Relationship Id="rId7" Type="http://schemas.openxmlformats.org/officeDocument/2006/relationships/image" Target="../media/model3d_69_2.png"/><Relationship Id="rId8" Type="http://schemas.microsoft.com/office/2017/06/relationships/model3d" Target="../media/model3d_vinyl.glb"/><Relationship Id="rId9" Type="http://schemas.openxmlformats.org/officeDocument/2006/relationships/image" Target="../media/model3d_69_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7/06/relationships/model3d" Target="../media/model3d_emblem.glb"/><Relationship Id="rId3" Type="http://schemas.openxmlformats.org/officeDocument/2006/relationships/image" Target="../media/model3d_79_0.png"/><Relationship Id="rId4" Type="http://schemas.microsoft.com/office/2017/06/relationships/model3d" Target="../media/model3d_boot.glb"/><Relationship Id="rId5" Type="http://schemas.openxmlformats.org/officeDocument/2006/relationships/image" Target="../media/model3d_79_1.png"/><Relationship Id="rId6" Type="http://schemas.microsoft.com/office/2017/06/relationships/model3d" Target="../media/model3d_braces.glb"/><Relationship Id="rId7" Type="http://schemas.openxmlformats.org/officeDocument/2006/relationships/image" Target="../media/model3d_79_2.png"/><Relationship Id="rId8" Type="http://schemas.microsoft.com/office/2017/06/relationships/model3d" Target="../media/model3d_vinyl.glb"/><Relationship Id="rId9" Type="http://schemas.openxmlformats.org/officeDocument/2006/relationships/image" Target="../media/model3d_79_3.png"/></Relationships>
</file>

<file path=ppt/slides/_rels/slide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Layout" Target="../slideLayouts/slideLayout4.xml"/><Relationship Id="rId4" Type="http://schemas.microsoft.com/office/2017/06/relationships/model3d" Target="../media/model3d_emblem.glb"/><Relationship Id="rId5" Type="http://schemas.openxmlformats.org/officeDocument/2006/relationships/image" Target="../media/model3d_81_0.png"/><Relationship Id="rId6" Type="http://schemas.microsoft.com/office/2017/06/relationships/model3d" Target="../media/model3d_boot.glb"/><Relationship Id="rId7" Type="http://schemas.openxmlformats.org/officeDocument/2006/relationships/image" Target="../media/model3d_81_1.png"/><Relationship Id="rId8" Type="http://schemas.microsoft.com/office/2017/06/relationships/model3d" Target="../media/model3d_braces.glb"/><Relationship Id="rId9" Type="http://schemas.openxmlformats.org/officeDocument/2006/relationships/image" Target="../media/model3d_81_2.png"/><Relationship Id="rId10" Type="http://schemas.microsoft.com/office/2017/06/relationships/model3d" Target="../media/model3d_vinyl.glb"/><Relationship Id="rId11" Type="http://schemas.openxmlformats.org/officeDocument/2006/relationships/image" Target="../media/model3d_81_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7/06/relationships/model3d" Target="../media/model3d_emblem.glb"/><Relationship Id="rId3" Type="http://schemas.openxmlformats.org/officeDocument/2006/relationships/image" Target="../media/model3d_88_0.png"/><Relationship Id="rId4" Type="http://schemas.microsoft.com/office/2017/06/relationships/model3d" Target="../media/model3d_vinyl.glb"/><Relationship Id="rId5" Type="http://schemas.openxmlformats.org/officeDocument/2006/relationships/image" Target="../media/model3d_88_1.png"/><Relationship Id="rId6" Type="http://schemas.microsoft.com/office/2017/06/relationships/model3d" Target="../media/model3d_boot.glb"/><Relationship Id="rId7" Type="http://schemas.openxmlformats.org/officeDocument/2006/relationships/image" Target="../media/model3d_88_2.png"/><Relationship Id="rId8" Type="http://schemas.microsoft.com/office/2017/06/relationships/model3d" Target="../media/model3d_braces.glb"/><Relationship Id="rId9" Type="http://schemas.openxmlformats.org/officeDocument/2006/relationships/image" Target="../media/model3d_88_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E9EE5B-A5C7-1131-2B42-294F1F5CDA43}"/>
              </a:ext>
            </a:extLst>
          </p:cNvPr>
          <p:cNvSpPr/>
          <p:nvPr/>
        </p:nvSpPr>
        <p:spPr>
          <a:xfrm>
            <a:off x="0" y="0"/>
            <a:ext cx="24384000" cy="13716000"/>
          </a:xfrm>
          <a:prstGeom prst="rect">
            <a:avLst/>
          </a:prstGeom>
          <a:solidFill>
            <a:srgbClr val="C80D3F"/>
          </a:solidFill>
          <a:ln w="127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RU"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Рисунок 2">
            <a:extLst>
              <a:ext uri="{FF2B5EF4-FFF2-40B4-BE49-F238E27FC236}">
                <a16:creationId xmlns:a16="http://schemas.microsoft.com/office/drawing/2014/main" id="{E562B098-8C18-A98D-7E0C-31FB6F38CFFE}"/>
              </a:ext>
            </a:extLst>
          </p:cNvPr>
          <p:cNvPicPr>
            <a:picLocks noChangeAspect="1"/>
          </p:cNvPicPr>
          <p:nvPr/>
        </p:nvPicPr>
        <p:blipFill>
          <a:blip r:embed="rId2"/>
          <a:stretch>
            <a:fillRect/>
          </a:stretch>
        </p:blipFill>
        <p:spPr>
          <a:xfrm>
            <a:off x="1440000" y="1440000"/>
            <a:ext cx="5689600" cy="2503429"/>
          </a:xfrm>
          <a:prstGeom prst="rect">
            <a:avLst/>
          </a:prstGeom>
        </p:spPr>
      </p:pic>
      <p:pic>
        <p:nvPicPr>
          <p:cNvPr id="457" name="Рисунок 456">
            <a:extLst>
              <a:ext uri="{FF2B5EF4-FFF2-40B4-BE49-F238E27FC236}">
                <a16:creationId xmlns:a16="http://schemas.microsoft.com/office/drawing/2014/main" id="{04769DD6-806E-8774-2EB5-0F2FB49CBBF9}"/>
              </a:ext>
            </a:extLst>
          </p:cNvPr>
          <p:cNvPicPr>
            <a:picLocks noChangeAspect="1"/>
          </p:cNvPicPr>
          <p:nvPr/>
        </p:nvPicPr>
        <p:blipFill>
          <a:blip r:embed="rId9">
            <a:extLst>
              <a:ext uri="{96DAC541-7B7A-43D3-8B79-37D633B846F1}">
                <asvg:svgBlip xmlns:asvg="http://schemas.microsoft.com/office/drawing/2016/SVG/main" r:embed="rId3"/>
              </a:ext>
            </a:extLst>
          </a:blip>
          <a:stretch>
            <a:fillRect/>
          </a:stretch>
        </p:blipFill>
        <p:spPr>
          <a:xfrm>
            <a:off x="16264669" y="1"/>
            <a:ext cx="10659962" cy="13715999"/>
          </a:xfrm>
          <a:prstGeom prst="rect">
            <a:avLst/>
          </a:prstGeom>
        </p:spPr>
      </p:pic>
      <p:sp>
        <p:nvSpPr>
          <p:cNvPr id="900" name="Topic"/>
          <p:cNvSpPr txBox="1"/>
          <p:nvPr/>
        </p:nvSpPr>
        <p:spPr>
          <a:xfrm>
            <a:off x="1463040" y="4846320"/>
            <a:ext cx="14173200" cy="1500000"/>
          </a:xfrm>
          <a:prstGeom prst="rect">
            <a:avLst/>
          </a:prstGeom>
          <a:noFill/>
        </p:spPr>
        <p:txBody>
          <a:bodyPr wrap="square" lIns="0" tIns="0" rIns="0" bIns="0" rtlCol="0" anchor="t">
            <a:spAutoFit/>
          </a:bodyPr>
          <a:lstStyle/>
          <a:p>
            <a:pPr algn="l"/>
            <a:r>
              <a:rPr lang="ru-RU" sz="11500" dirty="0" b="1">
                <a:solidFill>
                  <a:srgbClr val="FFFFFF"/>
                </a:solidFill>
                <a:latin typeface="+mj-lt"/>
              </a:rPr>
              <a:t>СКИНХЕДЫ</a:t>
            </a:r>
            <a:endParaRPr lang="ru-RU" sz="11500" dirty="0" b="1">
              <a:solidFill>
                <a:srgbClr val="FFFFFF"/>
              </a:solidFill>
              <a:latin typeface="+mj-lt"/>
            </a:endParaRPr>
          </a:p>
          <a:p>
            <a:pPr algn="l"/>
            <a:r>
              <a:rPr lang="ru-RU" sz="4400" dirty="0" b="0">
                <a:solidFill>
                  <a:srgbClr val="EDAFC0"/>
                </a:solidFill>
                <a:latin typeface="+mj-lt"/>
              </a:rPr>
              <a:t>история молодёжной субкультуры</a:t>
            </a:r>
            <a:endParaRPr lang="ru-RU" sz="4400" dirty="0" b="0">
              <a:solidFill>
                <a:srgbClr val="EDAFC0"/>
              </a:solidFill>
              <a:latin typeface="+mj-lt"/>
            </a:endParaRPr>
          </a:p>
        </p:txBody>
      </p:sp>
    </p:spTree>
    <p:extLst>
      <p:ext uri="{BB962C8B-B14F-4D97-AF65-F5344CB8AC3E}">
        <p14:creationId xmlns:p14="http://schemas.microsoft.com/office/powerpoint/2010/main" val="84405877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Demo Text"/>
          <p:cNvSpPr txBox="1"/>
          <p:nvPr/>
        </p:nvSpPr>
        <p:spPr>
          <a:xfrm>
            <a:off x="1427163" y="2921514"/>
            <a:ext cx="12468450" cy="24622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r>
              <a:rPr lang="ru-RU" b="1" dirty="0">
                <a:solidFill>
                  <a:srgbClr val="C80D3F"/>
                </a:solidFill>
                <a:latin typeface="Arial" panose="020B0604020202020204" pitchFamily="34" charset="0"/>
                <a:cs typeface="Arial" panose="020B0604020202020204" pitchFamily="34" charset="0"/>
              </a:rPr>
              <a:t>Кто такие</a:t>
            </a:r>
            <a:br>
              <a:rPr lang="ru-RU" b="1" dirty="0">
                <a:solidFill>
                  <a:srgbClr val="C80D3F"/>
                </a:solidFill>
                <a:latin typeface="Arial" panose="020B0604020202020204" pitchFamily="34" charset="0"/>
                <a:cs typeface="Arial" panose="020B0604020202020204" pitchFamily="34" charset="0"/>
              </a:rPr>
            </a:br>
            <a:r>
              <a:rPr lang="ru-RU" b="1" dirty="0">
                <a:solidFill>
                  <a:srgbClr val="C80D3F"/>
                </a:solidFill>
                <a:latin typeface="Arial" panose="020B0604020202020204" pitchFamily="34" charset="0"/>
                <a:cs typeface="Arial" panose="020B0604020202020204" pitchFamily="34" charset="0"/>
              </a:rPr>
              <a:t>скинхеды</a:t>
            </a:r>
            <a:endParaRPr lang="ru-RU" b="1" dirty="0">
              <a:solidFill>
                <a:srgbClr val="C80D3F"/>
              </a:solidFill>
              <a:latin typeface="Arial" panose="020B0604020202020204" pitchFamily="34" charset="0"/>
              <a:cs typeface="Arial" panose="020B0604020202020204" pitchFamily="34" charset="0"/>
            </a:endParaRPr>
          </a:p>
        </p:txBody>
      </p:sp>
      <p:sp>
        <p:nvSpPr>
          <p:cNvPr id="59" name="Lorem ipsum dolor sit amet, consectetur adipiscing elit, sed do eiusmod tempor incididunt ut labore et dolore magna aliqua. Arcu dictum varius duis at consectetur lorem donec. Volutpat maecenas volutpat blandit aliquam. Egestas quis ipsum suspendisse ult"/>
          <p:cNvSpPr txBox="1"/>
          <p:nvPr/>
        </p:nvSpPr>
        <p:spPr>
          <a:xfrm>
            <a:off x="1427164" y="5786698"/>
            <a:ext cx="12984480" cy="44330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l" defTabSz="457248">
              <a:lnSpc>
                <a:spcPct val="120000"/>
              </a:lnSpc>
              <a:defRPr sz="3000" b="0">
                <a:solidFill>
                  <a:srgbClr val="7F8189"/>
                </a:solidFill>
                <a:latin typeface="Arial"/>
                <a:ea typeface="Arial"/>
                <a:cs typeface="Arial"/>
                <a:sym typeface="Arial"/>
              </a:defRPr>
            </a:pPr>
            <a:r>
              <a:rPr lang="ru-RU" sz="3000" dirty="0">
                <a:solidFill>
                  <a:schemeClr val="tx2"/>
                </a:solidFill>
                <a:latin typeface="Arial" panose="020B0604020202020204" pitchFamily="34" charset="0"/>
                <a:cs typeface="Arial" panose="020B0604020202020204" pitchFamily="34" charset="0"/>
              </a:rPr>
              <a:t>Скинхеды — представители молодёжной субкультуры, которая появилась в Великобритании в 1960-х годах.</a:t>
            </a:r>
            <a:endParaRPr lang="ru-RU" sz="3000" dirty="0">
              <a:solidFill>
                <a:schemeClr val="tx2"/>
              </a:solidFill>
              <a:latin typeface="Arial" panose="020B0604020202020204" pitchFamily="34" charset="0"/>
              <a:cs typeface="Arial" panose="020B0604020202020204" pitchFamily="34" charset="0"/>
            </a:endParaRPr>
          </a:p>
          <a:p>
            <a:pPr algn="l" defTabSz="457248">
              <a:lnSpc>
                <a:spcPct val="120000"/>
              </a:lnSpc>
              <a:defRPr sz="3000" b="0">
                <a:solidFill>
                  <a:srgbClr val="7F8189"/>
                </a:solidFill>
                <a:latin typeface="Arial"/>
                <a:ea typeface="Arial"/>
                <a:cs typeface="Arial"/>
                <a:sym typeface="Arial"/>
              </a:defRPr>
            </a:pPr>
            <a:endParaRPr lang="ru-RU" sz="3000" dirty="0">
              <a:solidFill>
                <a:schemeClr val="tx2"/>
              </a:solidFill>
              <a:latin typeface="Arial" panose="020B0604020202020204" pitchFamily="34" charset="0"/>
              <a:cs typeface="Arial" panose="020B0604020202020204" pitchFamily="34" charset="0"/>
            </a:endParaRPr>
          </a:p>
          <a:p>
            <a:pPr algn="l" defTabSz="457248">
              <a:lnSpc>
                <a:spcPct val="120000"/>
              </a:lnSpc>
              <a:defRPr sz="3000" b="0">
                <a:solidFill>
                  <a:srgbClr val="7F8189"/>
                </a:solidFill>
                <a:latin typeface="Arial"/>
                <a:ea typeface="Arial"/>
                <a:cs typeface="Arial"/>
                <a:sym typeface="Arial"/>
              </a:defRPr>
            </a:pPr>
            <a:r>
              <a:rPr lang="ru-RU" sz="3000" dirty="0">
                <a:solidFill>
                  <a:schemeClr val="tx2"/>
                </a:solidFill>
                <a:latin typeface="Arial" panose="020B0604020202020204" pitchFamily="34" charset="0"/>
                <a:cs typeface="Arial" panose="020B0604020202020204" pitchFamily="34" charset="0"/>
              </a:rPr>
              <a:t>Название происходит от английских слов skin — «кожа» и head — «голова».</a:t>
            </a:r>
            <a:endParaRPr lang="ru-RU" sz="3000" dirty="0">
              <a:solidFill>
                <a:schemeClr val="tx2"/>
              </a:solidFill>
              <a:latin typeface="Arial" panose="020B0604020202020204" pitchFamily="34" charset="0"/>
              <a:cs typeface="Arial" panose="020B0604020202020204" pitchFamily="34" charset="0"/>
            </a:endParaRPr>
          </a:p>
        </p:txBody>
      </p:sp>
      <p:sp>
        <p:nvSpPr>
          <p:cNvPr id="60" name="Rectangle"/>
          <p:cNvSpPr/>
          <p:nvPr/>
        </p:nvSpPr>
        <p:spPr>
          <a:xfrm>
            <a:off x="1427163" y="2604480"/>
            <a:ext cx="3158692" cy="116630"/>
          </a:xfrm>
          <a:prstGeom prst="rect">
            <a:avLst/>
          </a:prstGeom>
          <a:solidFill>
            <a:srgbClr val="C80D3F"/>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61" name="Subtitle Text"/>
          <p:cNvSpPr/>
          <p:nvPr/>
        </p:nvSpPr>
        <p:spPr>
          <a:xfrm>
            <a:off x="1427164" y="2266950"/>
            <a:ext cx="3322710" cy="3375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solidFill>
            <a:srgbClr val="002B5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algn="l" defTabSz="457200">
              <a:lnSpc>
                <a:spcPct val="120000"/>
              </a:lnSpc>
              <a:defRPr sz="1400" cap="all" spc="1120">
                <a:solidFill>
                  <a:srgbClr val="242423"/>
                </a:solidFill>
                <a:latin typeface="Arial"/>
                <a:ea typeface="Arial"/>
                <a:cs typeface="Arial"/>
                <a:sym typeface="Arial"/>
              </a:defRPr>
            </a:lvl1pPr>
          </a:lstStyle>
          <a:p>
            <a:r>
              <a:rPr lang="ru-RU" sz="1401" dirty="0">
                <a:solidFill>
                  <a:srgbClr val="C80D3F"/>
                </a:solidFill>
                <a:latin typeface="Arial" panose="020B0604020202020204" pitchFamily="34" charset="0"/>
                <a:cs typeface="Arial" panose="020B0604020202020204" pitchFamily="34" charset="0"/>
              </a:rPr>
              <a:t>Субкультура</a:t>
            </a:r>
            <a:endParaRPr lang="ru-RU" sz="1401" dirty="0">
              <a:solidFill>
                <a:srgbClr val="C80D3F"/>
              </a:solidFill>
              <a:latin typeface="Arial" panose="020B0604020202020204" pitchFamily="34" charset="0"/>
              <a:cs typeface="Arial" panose="020B0604020202020204" pitchFamily="34" charset="0"/>
            </a:endParaRPr>
          </a:p>
        </p:txBody>
      </p:sp>
      <mc:AlternateContent xmlns:mc="http://schemas.openxmlformats.org/markup-compatibility/2006">
        <mc:Choice xmlns:am3d="http://schemas.microsoft.com/office/drawing/2017/model3d" Requires="am3d">
          <p:graphicFrame>
            <p:nvGraphicFramePr>
              <p:cNvPr id="9002" name="!!Emblem3D" descr="3D-модель эмблемы Президентской академии"/>
              <p:cNvGraphicFramePr>
                <a:graphicFrameLocks noGrp="1" noChangeAspect="1"/>
              </p:cNvGraphicFramePr>
              <p:nvPr/>
            </p:nvGraphicFramePr>
            <p:xfrm>
              <a:off x="15936163" y="2951683"/>
              <a:ext cx="6898234" cy="6898234"/>
            </p:xfrm>
            <a:graphic>
              <a:graphicData uri="http://schemas.microsoft.com/office/drawing/2017/model3d">
                <am3d:model3d r:embed="rId2">
                  <am3d:spPr>
                    <a:xfrm>
                      <a:off x="15936163" y="2951683"/>
                      <a:ext cx="6898234" cy="6898234"/>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0" ay="20100000" az="0"/>
                    <am3d:postTrans dx="0" dy="0" dz="0"/>
                  </am3d:trans>
                  <am3d:raster rName="Office3DRenderer" rVer="16.0.8326">
                    <am3d:blip r:embed="rId3"/>
                  </am3d:raster>
                  <am3d:objViewport viewportSz="689823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02" name="!!Emblem3D" descr="3D-модель эмблемы Президентской академии"/>
              <p:cNvPicPr>
                <a:picLocks noGrp="1" noRot="1" noChangeAspect="1" noMove="1" noResize="1" noEditPoints="1" noAdjustHandles="1" noChangeArrowheads="1" noChangeShapeType="1" noCrop="1"/>
              </p:cNvPicPr>
              <p:nvPr/>
            </p:nvPicPr>
            <p:blipFill>
              <a:blip r:embed="rId3"/>
              <a:stretch>
                <a:fillRect/>
              </a:stretch>
            </p:blipFill>
            <p:spPr>
              <a:xfrm>
                <a:off x="15936163" y="2951683"/>
                <a:ext cx="6898234" cy="6898234"/>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12" name="!!Boot3D" descr="3D-модель ботинка с высокой шнуровкой"/>
              <p:cNvGraphicFramePr>
                <a:graphicFrameLocks noGrp="1" noChangeAspect="1"/>
              </p:cNvGraphicFramePr>
              <p:nvPr/>
            </p:nvGraphicFramePr>
            <p:xfrm>
              <a:off x="27509724" y="8764524"/>
              <a:ext cx="4873752" cy="4873752"/>
            </p:xfrm>
            <a:graphic>
              <a:graphicData uri="http://schemas.microsoft.com/office/drawing/2017/model3d">
                <am3d:model3d r:embed="rId4">
                  <am3d:spPr>
                    <a:xfrm>
                      <a:off x="27509724" y="8764524"/>
                      <a:ext cx="4873752" cy="4873752"/>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2400000" ay="9600000" az="1800000"/>
                    <am3d:postTrans dx="0" dy="0" dz="0"/>
                  </am3d:trans>
                  <am3d:raster rName="Office3DRenderer" rVer="16.0.8326">
                    <am3d:blip r:embed="rId5"/>
                  </am3d:raster>
                  <am3d:objViewport viewportSz="487375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12" name="!!Boot3D" descr="3D-модель ботинка с высокой шнуровкой"/>
              <p:cNvPicPr>
                <a:picLocks noGrp="1" noRot="1" noChangeAspect="1" noMove="1" noResize="1" noEditPoints="1" noAdjustHandles="1" noChangeArrowheads="1" noChangeShapeType="1" noCrop="1"/>
              </p:cNvPicPr>
              <p:nvPr/>
            </p:nvPicPr>
            <p:blipFill>
              <a:blip r:embed="rId5"/>
              <a:stretch>
                <a:fillRect/>
              </a:stretch>
            </p:blipFill>
            <p:spPr>
              <a:xfrm>
                <a:off x="27509724" y="8764524"/>
                <a:ext cx="4873752" cy="4873752"/>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22" name="!!Braces3D" descr="3D-модель подтяжек"/>
              <p:cNvGraphicFramePr>
                <a:graphicFrameLocks noGrp="1" noChangeAspect="1"/>
              </p:cNvGraphicFramePr>
              <p:nvPr/>
            </p:nvGraphicFramePr>
            <p:xfrm>
              <a:off x="-7735824" y="10094976"/>
              <a:ext cx="4498848" cy="4498848"/>
            </p:xfrm>
            <a:graphic>
              <a:graphicData uri="http://schemas.microsoft.com/office/drawing/2017/model3d">
                <am3d:model3d r:embed="rId6">
                  <am3d:spPr>
                    <a:xfrm>
                      <a:off x="-7735824" y="10094976"/>
                      <a:ext cx="4498848" cy="4498848"/>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19800000" ay="12000000" az="20400000"/>
                    <am3d:postTrans dx="0" dy="0" dz="0"/>
                  </am3d:trans>
                  <am3d:raster rName="Office3DRenderer" rVer="16.0.8326">
                    <am3d:blip r:embed="rId7"/>
                  </am3d:raster>
                  <am3d:objViewport viewportSz="44988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22" name="!!Braces3D" descr="3D-модель подтяжек"/>
              <p:cNvPicPr>
                <a:picLocks noGrp="1" noRot="1" noChangeAspect="1" noMove="1" noResize="1" noEditPoints="1" noAdjustHandles="1" noChangeArrowheads="1" noChangeShapeType="1" noCrop="1"/>
              </p:cNvPicPr>
              <p:nvPr/>
            </p:nvPicPr>
            <p:blipFill>
              <a:blip r:embed="rId7"/>
              <a:stretch>
                <a:fillRect/>
              </a:stretch>
            </p:blipFill>
            <p:spPr>
              <a:xfrm>
                <a:off x="-7735824" y="10094976"/>
                <a:ext cx="4498848" cy="4498848"/>
              </a:xfrm>
              <a:prstGeom prst="rect">
                <a:avLst/>
              </a:prstGeom>
              <a:effectLst>
                <a:glow rad="190500">
                  <a:srgbClr val="C80D3F">
                    <a:alpha val="40000"/>
                  </a:srgbClr>
                </a:glow>
              </a:effectLst>
            </p:spPr>
          </p:pic>
        </mc:Fallback>
      </mc:AlternateContent>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9" fill="hold">
                            <p:stCondLst>
                              <p:cond delay="0"/>
                            </p:stCondLst>
                            <p:childTnLst>
                              <p:par>
                                <p:cTn id="4" presetID="42" presetClass="entr" presetSubtype="0" fill="hold" nodeType="withEffect">
                                  <p:stCondLst>
                                    <p:cond delay="500"/>
                                  </p:stCondLst>
                                  <p:childTnLst>
                                    <p:set>
                                      <p:cBhvr>
                                        <p:cTn id="5" dur="1" fill="hold">
                                          <p:stCondLst>
                                            <p:cond delay="0"/>
                                          </p:stCondLst>
                                        </p:cTn>
                                        <p:tgtEl>
                                          <p:spTgt spid="58"/>
                                        </p:tgtEl>
                                        <p:attrNameLst>
                                          <p:attrName>style.visibility</p:attrName>
                                        </p:attrNameLst>
                                      </p:cBhvr>
                                      <p:to>
                                        <p:strVal val="visible"/>
                                      </p:to>
                                    </p:set>
                                    <p:animEffect transition="in" filter="fade">
                                      <p:cBhvr>
                                        <p:cTn id="6" dur="1200"/>
                                        <p:tgtEl>
                                          <p:spTgt spid="58"/>
                                        </p:tgtEl>
                                      </p:cBhvr>
                                    </p:animEffect>
                                    <p:anim calcmode="lin" valueType="num">
                                      <p:cBhvr>
                                        <p:cTn id="7" dur="1200" decel="100000" fill="hold"/>
                                        <p:tgtEl>
                                          <p:spTgt spid="58"/>
                                        </p:tgtEl>
                                        <p:attrNameLst>
                                          <p:attrName>ppt_x</p:attrName>
                                        </p:attrNameLst>
                                      </p:cBhvr>
                                      <p:tavLst>
                                        <p:tav tm="0">
                                          <p:val>
                                            <p:strVal val="#ppt_x"/>
                                          </p:val>
                                        </p:tav>
                                        <p:tav tm="100000">
                                          <p:val>
                                            <p:strVal val="#ppt_x"/>
                                          </p:val>
                                        </p:tav>
                                      </p:tavLst>
                                    </p:anim>
                                    <p:anim calcmode="lin" valueType="num">
                                      <p:cBhvr>
                                        <p:cTn id="8" dur="1200" decel="100000" fill="hold"/>
                                        <p:tgtEl>
                                          <p:spTgt spid="58"/>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680"/>
                                  </p:stCondLst>
                                  <p:childTnLst>
                                    <p:set>
                                      <p:cBhvr>
                                        <p:cTn id="10" dur="1" fill="hold">
                                          <p:stCondLst>
                                            <p:cond delay="0"/>
                                          </p:stCondLst>
                                        </p:cTn>
                                        <p:tgtEl>
                                          <p:spTgt spid="59"/>
                                        </p:tgtEl>
                                        <p:attrNameLst>
                                          <p:attrName>style.visibility</p:attrName>
                                        </p:attrNameLst>
                                      </p:cBhvr>
                                      <p:to>
                                        <p:strVal val="visible"/>
                                      </p:to>
                                    </p:set>
                                    <p:animEffect transition="in" filter="fade">
                                      <p:cBhvr>
                                        <p:cTn id="11" dur="1200"/>
                                        <p:tgtEl>
                                          <p:spTgt spid="59"/>
                                        </p:tgtEl>
                                      </p:cBhvr>
                                    </p:animEffect>
                                    <p:anim calcmode="lin" valueType="num">
                                      <p:cBhvr>
                                        <p:cTn id="12" dur="1200" decel="100000" fill="hold"/>
                                        <p:tgtEl>
                                          <p:spTgt spid="59"/>
                                        </p:tgtEl>
                                        <p:attrNameLst>
                                          <p:attrName>ppt_x</p:attrName>
                                        </p:attrNameLst>
                                      </p:cBhvr>
                                      <p:tavLst>
                                        <p:tav tm="0">
                                          <p:val>
                                            <p:strVal val="#ppt_x"/>
                                          </p:val>
                                        </p:tav>
                                        <p:tav tm="100000">
                                          <p:val>
                                            <p:strVal val="#ppt_x"/>
                                          </p:val>
                                        </p:tav>
                                      </p:tavLst>
                                    </p:anim>
                                    <p:anim calcmode="lin" valueType="num">
                                      <p:cBhvr>
                                        <p:cTn id="13" dur="1200" decel="100000" fill="hold"/>
                                        <p:tgtEl>
                                          <p:spTgt spid="59"/>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86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1200"/>
                                        <p:tgtEl>
                                          <p:spTgt spid="61"/>
                                        </p:tgtEl>
                                      </p:cBhvr>
                                    </p:animEffect>
                                    <p:anim calcmode="lin" valueType="num">
                                      <p:cBhvr>
                                        <p:cTn id="17" dur="1200" decel="100000" fill="hold"/>
                                        <p:tgtEl>
                                          <p:spTgt spid="61"/>
                                        </p:tgtEl>
                                        <p:attrNameLst>
                                          <p:attrName>ppt_x</p:attrName>
                                        </p:attrNameLst>
                                      </p:cBhvr>
                                      <p:tavLst>
                                        <p:tav tm="0">
                                          <p:val>
                                            <p:strVal val="#ppt_x"/>
                                          </p:val>
                                        </p:tav>
                                        <p:tav tm="100000">
                                          <p:val>
                                            <p:strVal val="#ppt_x"/>
                                          </p:val>
                                        </p:tav>
                                      </p:tavLst>
                                    </p:anim>
                                    <p:anim calcmode="lin" valueType="num">
                                      <p:cBhvr>
                                        <p:cTn id="18" dur="1200" decel="100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Rectangle"/>
          <p:cNvSpPr/>
          <p:nvPr/>
        </p:nvSpPr>
        <p:spPr>
          <a:xfrm>
            <a:off x="-8468" y="1998920"/>
            <a:ext cx="24400935" cy="6911717"/>
          </a:xfrm>
          <a:prstGeom prst="rect">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99" name="All the world is made of faith, and trust, and pixie dust."/>
          <p:cNvSpPr txBox="1"/>
          <p:nvPr/>
        </p:nvSpPr>
        <p:spPr>
          <a:xfrm>
            <a:off x="1447796" y="2264867"/>
            <a:ext cx="6711956" cy="31816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r>
              <a:rPr lang="ru-RU" sz="5002" b="1" dirty="0">
                <a:solidFill>
                  <a:schemeClr val="bg1"/>
                </a:solidFill>
                <a:latin typeface="Arial" panose="020B0604020202020204" pitchFamily="34" charset="0"/>
                <a:cs typeface="Arial" panose="020B0604020202020204" pitchFamily="34" charset="0"/>
              </a:rPr>
              <a:t>Взгляды</a:t>
            </a:r>
            <a:br>
              <a:rPr lang="ru-RU" sz="5002" b="1" dirty="0">
                <a:solidFill>
                  <a:schemeClr val="bg1"/>
                </a:solidFill>
                <a:latin typeface="Arial" panose="020B0604020202020204" pitchFamily="34" charset="0"/>
                <a:cs typeface="Arial" panose="020B0604020202020204" pitchFamily="34" charset="0"/>
              </a:rPr>
            </a:br>
            <a:r>
              <a:rPr lang="ru-RU" sz="5002" b="1" dirty="0">
                <a:solidFill>
                  <a:schemeClr val="bg1"/>
                </a:solidFill>
                <a:latin typeface="Arial" panose="020B0604020202020204" pitchFamily="34" charset="0"/>
                <a:cs typeface="Arial" panose="020B0604020202020204" pitchFamily="34" charset="0"/>
              </a:rPr>
              <a:t>внутри</a:t>
            </a:r>
            <a:br>
              <a:rPr lang="ru-RU" sz="5002" b="1" dirty="0">
                <a:solidFill>
                  <a:schemeClr val="bg1"/>
                </a:solidFill>
                <a:latin typeface="Arial" panose="020B0604020202020204" pitchFamily="34" charset="0"/>
                <a:cs typeface="Arial" panose="020B0604020202020204" pitchFamily="34" charset="0"/>
              </a:rPr>
            </a:br>
            <a:r>
              <a:rPr lang="ru-RU" sz="5002" b="1" dirty="0">
                <a:solidFill>
                  <a:schemeClr val="bg1"/>
                </a:solidFill>
                <a:latin typeface="Arial" panose="020B0604020202020204" pitchFamily="34" charset="0"/>
                <a:cs typeface="Arial" panose="020B0604020202020204" pitchFamily="34" charset="0"/>
              </a:rPr>
              <a:t>субкультуры</a:t>
            </a:r>
            <a:endParaRPr lang="ru-RU" sz="5002" b="1" dirty="0">
              <a:solidFill>
                <a:schemeClr val="bg1"/>
              </a:solidFill>
              <a:latin typeface="Arial" panose="020B0604020202020204" pitchFamily="34" charset="0"/>
              <a:cs typeface="Arial" panose="020B0604020202020204" pitchFamily="34" charset="0"/>
            </a:endParaRPr>
          </a:p>
        </p:txBody>
      </p:sp>
      <p:sp>
        <p:nvSpPr>
          <p:cNvPr id="500" name="Lorem ipsum dolor sit amet, consectetur adipiscing elit, sed do eiusmod tempor incididunt ut labore et dolore magna aliqua. Arcu dictum varius duis at lorem donec. Volutpat maecenas volutpat blandit aliquam. Egestas quis ipsum suspendisse ultrices gravid"/>
          <p:cNvSpPr txBox="1"/>
          <p:nvPr/>
        </p:nvSpPr>
        <p:spPr>
          <a:xfrm>
            <a:off x="11127182" y="2393952"/>
            <a:ext cx="11318171" cy="61611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defTabSz="457200">
              <a:lnSpc>
                <a:spcPct val="120000"/>
              </a:lnSpc>
              <a:defRPr sz="3000" b="0">
                <a:solidFill>
                  <a:srgbClr val="7F8189"/>
                </a:solidFill>
                <a:latin typeface="Arial"/>
                <a:ea typeface="Arial"/>
                <a:cs typeface="Arial"/>
                <a:sym typeface="Arial"/>
              </a:defRPr>
            </a:lvl1pPr>
          </a:lstStyle>
          <a:p>
            <a:r>
              <a:rPr lang="ru-RU" sz="3000" dirty="0">
                <a:solidFill>
                  <a:schemeClr val="bg1">
                    <a:lumMod val="85000"/>
                  </a:schemeClr>
                </a:solidFill>
                <a:latin typeface="Arial" panose="020B0604020202020204" pitchFamily="34" charset="0"/>
                <a:cs typeface="Arial" panose="020B0604020202020204" pitchFamily="34" charset="0"/>
              </a:rPr>
              <a:t>Внутри субкультуры существуют разные группы: от аполитичных участников до антирасистских и крайне правых объединений.</a:t>
            </a:r>
            <a:endParaRPr lang="ru-RU" sz="3000" dirty="0">
              <a:solidFill>
                <a:schemeClr val="bg1">
                  <a:lumMod val="85000"/>
                </a:schemeClr>
              </a:solidFill>
              <a:latin typeface="Arial" panose="020B0604020202020204" pitchFamily="34" charset="0"/>
              <a:cs typeface="Arial" panose="020B0604020202020204" pitchFamily="34" charset="0"/>
            </a:endParaRPr>
          </a:p>
          <a:p>
            <a:endParaRPr lang="ru-RU" sz="3000" dirty="0">
              <a:solidFill>
                <a:schemeClr val="bg1">
                  <a:lumMod val="85000"/>
                </a:schemeClr>
              </a:solidFill>
              <a:latin typeface="Arial" panose="020B0604020202020204" pitchFamily="34" charset="0"/>
              <a:cs typeface="Arial" panose="020B0604020202020204" pitchFamily="34" charset="0"/>
            </a:endParaRPr>
          </a:p>
          <a:p>
            <a:r>
              <a:rPr lang="ru-RU" sz="3000" dirty="0">
                <a:solidFill>
                  <a:schemeClr val="bg1">
                    <a:lumMod val="85000"/>
                  </a:schemeClr>
                </a:solidFill>
                <a:latin typeface="Arial" panose="020B0604020202020204" pitchFamily="34" charset="0"/>
                <a:cs typeface="Arial" panose="020B0604020202020204" pitchFamily="34" charset="0"/>
              </a:rPr>
              <a:t>Некоторые радикальные группы пропагандируют расизм, национализм и насилие.</a:t>
            </a:r>
            <a:endParaRPr lang="ru-RU" sz="3000" dirty="0">
              <a:solidFill>
                <a:schemeClr val="bg1">
                  <a:lumMod val="85000"/>
                </a:schemeClr>
              </a:solidFill>
              <a:latin typeface="Arial" panose="020B0604020202020204" pitchFamily="34" charset="0"/>
              <a:cs typeface="Arial" panose="020B0604020202020204" pitchFamily="34" charset="0"/>
            </a:endParaRPr>
          </a:p>
          <a:p>
            <a:endParaRPr lang="ru-RU" sz="3000" dirty="0">
              <a:solidFill>
                <a:schemeClr val="bg1">
                  <a:lumMod val="85000"/>
                </a:schemeClr>
              </a:solidFill>
              <a:latin typeface="Arial" panose="020B0604020202020204" pitchFamily="34" charset="0"/>
              <a:cs typeface="Arial" panose="020B0604020202020204" pitchFamily="34" charset="0"/>
            </a:endParaRPr>
          </a:p>
          <a:p>
            <a:r>
              <a:rPr lang="ru-RU" sz="3000" dirty="0">
                <a:solidFill>
                  <a:schemeClr val="bg1">
                    <a:lumMod val="85000"/>
                  </a:schemeClr>
                </a:solidFill>
                <a:latin typeface="Arial" panose="020B0604020202020204" pitchFamily="34" charset="0"/>
                <a:cs typeface="Arial" panose="020B0604020202020204" pitchFamily="34" charset="0"/>
              </a:rPr>
              <a:t>Поэтому важно различать саму субкультуру и конкретные организации, которые придерживаются экстремистских идей.</a:t>
            </a:r>
            <a:endParaRPr lang="ru-RU" sz="3000" dirty="0">
              <a:solidFill>
                <a:schemeClr val="bg1">
                  <a:lumMod val="85000"/>
                </a:schemeClr>
              </a:solidFill>
              <a:latin typeface="Arial" panose="020B0604020202020204" pitchFamily="34" charset="0"/>
              <a:cs typeface="Arial" panose="020B0604020202020204" pitchFamily="34" charset="0"/>
            </a:endParaRPr>
          </a:p>
        </p:txBody>
      </p:sp>
      <mc:AlternateContent xmlns:mc="http://schemas.openxmlformats.org/markup-compatibility/2006">
        <mc:Choice xmlns:am3d="http://schemas.microsoft.com/office/drawing/2017/model3d" Requires="am3d">
          <p:graphicFrame>
            <p:nvGraphicFramePr>
              <p:cNvPr id="9002" name="!!Emblem3D" descr="3D-модель эмблемы Президентской академии"/>
              <p:cNvGraphicFramePr>
                <a:graphicFrameLocks noGrp="1" noChangeAspect="1"/>
              </p:cNvGraphicFramePr>
              <p:nvPr/>
            </p:nvGraphicFramePr>
            <p:xfrm>
              <a:off x="10960912" y="9589312"/>
              <a:ext cx="3224176" cy="3224176"/>
            </p:xfrm>
            <a:graphic>
              <a:graphicData uri="http://schemas.microsoft.com/office/drawing/2017/model3d">
                <am3d:model3d r:embed="rId2">
                  <am3d:spPr>
                    <a:xfrm>
                      <a:off x="10960912" y="9589312"/>
                      <a:ext cx="3224176" cy="3224176"/>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0" ay="19200000" az="0"/>
                    <am3d:postTrans dx="0" dy="0" dz="0"/>
                  </am3d:trans>
                  <am3d:raster rName="Office3DRenderer" rVer="16.0.8326">
                    <am3d:blip r:embed="rId3"/>
                  </am3d:raster>
                  <am3d:objViewport viewportSz="322417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02" name="!!Emblem3D" descr="3D-модель эмблемы Президентской академии"/>
              <p:cNvPicPr>
                <a:picLocks noGrp="1" noRot="1" noChangeAspect="1" noMove="1" noResize="1" noEditPoints="1" noAdjustHandles="1" noChangeArrowheads="1" noChangeShapeType="1" noCrop="1"/>
              </p:cNvPicPr>
              <p:nvPr/>
            </p:nvPicPr>
            <p:blipFill>
              <a:blip r:embed="rId3"/>
              <a:stretch>
                <a:fillRect/>
              </a:stretch>
            </p:blipFill>
            <p:spPr>
              <a:xfrm>
                <a:off x="10960912" y="9589312"/>
                <a:ext cx="3224176" cy="3224176"/>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12" name="!!Boot3D" descr="3D-модель ботинка с высокой шнуровкой"/>
              <p:cNvGraphicFramePr>
                <a:graphicFrameLocks noGrp="1" noChangeAspect="1"/>
              </p:cNvGraphicFramePr>
              <p:nvPr/>
            </p:nvGraphicFramePr>
            <p:xfrm>
              <a:off x="27509724" y="8764524"/>
              <a:ext cx="4873752" cy="4873752"/>
            </p:xfrm>
            <a:graphic>
              <a:graphicData uri="http://schemas.microsoft.com/office/drawing/2017/model3d">
                <am3d:model3d r:embed="rId4">
                  <am3d:spPr>
                    <a:xfrm>
                      <a:off x="27509724" y="8764524"/>
                      <a:ext cx="4873752" cy="4873752"/>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2400000" ay="9600000" az="1800000"/>
                    <am3d:postTrans dx="0" dy="0" dz="0"/>
                  </am3d:trans>
                  <am3d:raster rName="Office3DRenderer" rVer="16.0.8326">
                    <am3d:blip r:embed="rId5"/>
                  </am3d:raster>
                  <am3d:objViewport viewportSz="487375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12" name="!!Boot3D" descr="3D-модель ботинка с высокой шнуровкой"/>
              <p:cNvPicPr>
                <a:picLocks noGrp="1" noRot="1" noChangeAspect="1" noMove="1" noResize="1" noEditPoints="1" noAdjustHandles="1" noChangeArrowheads="1" noChangeShapeType="1" noCrop="1"/>
              </p:cNvPicPr>
              <p:nvPr/>
            </p:nvPicPr>
            <p:blipFill>
              <a:blip r:embed="rId5"/>
              <a:stretch>
                <a:fillRect/>
              </a:stretch>
            </p:blipFill>
            <p:spPr>
              <a:xfrm>
                <a:off x="27509724" y="8764524"/>
                <a:ext cx="4873752" cy="4873752"/>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22" name="!!Braces3D" descr="3D-модель подтяжек"/>
              <p:cNvGraphicFramePr>
                <a:graphicFrameLocks noGrp="1" noChangeAspect="1"/>
              </p:cNvGraphicFramePr>
              <p:nvPr/>
            </p:nvGraphicFramePr>
            <p:xfrm>
              <a:off x="-7735824" y="10094976"/>
              <a:ext cx="4498848" cy="4498848"/>
            </p:xfrm>
            <a:graphic>
              <a:graphicData uri="http://schemas.microsoft.com/office/drawing/2017/model3d">
                <am3d:model3d r:embed="rId6">
                  <am3d:spPr>
                    <a:xfrm>
                      <a:off x="-7735824" y="10094976"/>
                      <a:ext cx="4498848" cy="4498848"/>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19800000" ay="12000000" az="20400000"/>
                    <am3d:postTrans dx="0" dy="0" dz="0"/>
                  </am3d:trans>
                  <am3d:raster rName="Office3DRenderer" rVer="16.0.8326">
                    <am3d:blip r:embed="rId7"/>
                  </am3d:raster>
                  <am3d:objViewport viewportSz="44988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22" name="!!Braces3D" descr="3D-модель подтяжек"/>
              <p:cNvPicPr>
                <a:picLocks noGrp="1" noRot="1" noChangeAspect="1" noMove="1" noResize="1" noEditPoints="1" noAdjustHandles="1" noChangeArrowheads="1" noChangeShapeType="1" noCrop="1"/>
              </p:cNvPicPr>
              <p:nvPr/>
            </p:nvPicPr>
            <p:blipFill>
              <a:blip r:embed="rId7"/>
              <a:stretch>
                <a:fillRect/>
              </a:stretch>
            </p:blipFill>
            <p:spPr>
              <a:xfrm>
                <a:off x="-7735824" y="10094976"/>
                <a:ext cx="4498848" cy="4498848"/>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32" name="!!Vinyl3D" descr="3D-модель виниловой пластинки ска"/>
              <p:cNvGraphicFramePr>
                <a:graphicFrameLocks noGrp="1" noChangeAspect="1"/>
              </p:cNvGraphicFramePr>
              <p:nvPr/>
            </p:nvGraphicFramePr>
            <p:xfrm>
              <a:off x="19778472" y="-7653528"/>
              <a:ext cx="5248656" cy="5248656"/>
            </p:xfrm>
            <a:graphic>
              <a:graphicData uri="http://schemas.microsoft.com/office/drawing/2017/model3d">
                <am3d:model3d r:embed="rId8">
                  <am3d:spPr>
                    <a:xfrm>
                      <a:off x="19778472" y="-7653528"/>
                      <a:ext cx="5248656" cy="5248656"/>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4200000" ay="14400000" az="0"/>
                    <am3d:postTrans dx="0" dy="0" dz="0"/>
                  </am3d:trans>
                  <am3d:raster rName="Office3DRenderer" rVer="16.0.8326">
                    <am3d:blip r:embed="rId9"/>
                  </am3d:raster>
                  <am3d:objViewport viewportSz="524865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32" name="!!Vinyl3D" descr="3D-модель виниловой пластинки ска"/>
              <p:cNvPicPr>
                <a:picLocks noGrp="1" noRot="1" noChangeAspect="1" noMove="1" noResize="1" noEditPoints="1" noAdjustHandles="1" noChangeArrowheads="1" noChangeShapeType="1" noCrop="1"/>
              </p:cNvPicPr>
              <p:nvPr/>
            </p:nvPicPr>
            <p:blipFill>
              <a:blip r:embed="rId9"/>
              <a:stretch>
                <a:fillRect/>
              </a:stretch>
            </p:blipFill>
            <p:spPr>
              <a:xfrm>
                <a:off x="19778472" y="-7653528"/>
                <a:ext cx="5248656" cy="5248656"/>
              </a:xfrm>
              <a:prstGeom prst="rect">
                <a:avLst/>
              </a:prstGeom>
              <a:effectLst>
                <a:glow rad="190500">
                  <a:srgbClr val="C80D3F">
                    <a:alpha val="40000"/>
                  </a:srgbClr>
                </a:glow>
              </a:effectLst>
            </p:spPr>
          </p:pic>
        </mc:Fallback>
      </mc:AlternateContent>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nodeType="withEffect">
                                  <p:stCondLst>
                                    <p:cond delay="500"/>
                                  </p:stCondLst>
                                  <p:childTnLst>
                                    <p:set>
                                      <p:cBhvr>
                                        <p:cTn id="5" dur="1" fill="hold">
                                          <p:stCondLst>
                                            <p:cond delay="0"/>
                                          </p:stCondLst>
                                        </p:cTn>
                                        <p:tgtEl>
                                          <p:spTgt spid="499"/>
                                        </p:tgtEl>
                                        <p:attrNameLst>
                                          <p:attrName>style.visibility</p:attrName>
                                        </p:attrNameLst>
                                      </p:cBhvr>
                                      <p:to>
                                        <p:strVal val="visible"/>
                                      </p:to>
                                    </p:set>
                                    <p:animEffect transition="in" filter="fade">
                                      <p:cBhvr>
                                        <p:cTn id="6" dur="1200"/>
                                        <p:tgtEl>
                                          <p:spTgt spid="499"/>
                                        </p:tgtEl>
                                      </p:cBhvr>
                                    </p:animEffect>
                                    <p:anim calcmode="lin" valueType="num">
                                      <p:cBhvr>
                                        <p:cTn id="7" dur="1200" decel="100000" fill="hold"/>
                                        <p:tgtEl>
                                          <p:spTgt spid="499"/>
                                        </p:tgtEl>
                                        <p:attrNameLst>
                                          <p:attrName>ppt_x</p:attrName>
                                        </p:attrNameLst>
                                      </p:cBhvr>
                                      <p:tavLst>
                                        <p:tav tm="0">
                                          <p:val>
                                            <p:strVal val="#ppt_x"/>
                                          </p:val>
                                        </p:tav>
                                        <p:tav tm="100000">
                                          <p:val>
                                            <p:strVal val="#ppt_x"/>
                                          </p:val>
                                        </p:tav>
                                      </p:tavLst>
                                    </p:anim>
                                    <p:anim calcmode="lin" valueType="num">
                                      <p:cBhvr>
                                        <p:cTn id="8" dur="1200" decel="100000" fill="hold"/>
                                        <p:tgtEl>
                                          <p:spTgt spid="499"/>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680"/>
                                  </p:stCondLst>
                                  <p:childTnLst>
                                    <p:set>
                                      <p:cBhvr>
                                        <p:cTn id="10" dur="1" fill="hold">
                                          <p:stCondLst>
                                            <p:cond delay="0"/>
                                          </p:stCondLst>
                                        </p:cTn>
                                        <p:tgtEl>
                                          <p:spTgt spid="500"/>
                                        </p:tgtEl>
                                        <p:attrNameLst>
                                          <p:attrName>style.visibility</p:attrName>
                                        </p:attrNameLst>
                                      </p:cBhvr>
                                      <p:to>
                                        <p:strVal val="visible"/>
                                      </p:to>
                                    </p:set>
                                    <p:animEffect transition="in" filter="fade">
                                      <p:cBhvr>
                                        <p:cTn id="11" dur="1200"/>
                                        <p:tgtEl>
                                          <p:spTgt spid="500"/>
                                        </p:tgtEl>
                                      </p:cBhvr>
                                    </p:animEffect>
                                    <p:anim calcmode="lin" valueType="num">
                                      <p:cBhvr>
                                        <p:cTn id="12" dur="1200" decel="100000" fill="hold"/>
                                        <p:tgtEl>
                                          <p:spTgt spid="500"/>
                                        </p:tgtEl>
                                        <p:attrNameLst>
                                          <p:attrName>ppt_x</p:attrName>
                                        </p:attrNameLst>
                                      </p:cBhvr>
                                      <p:tavLst>
                                        <p:tav tm="0">
                                          <p:val>
                                            <p:strVal val="#ppt_x"/>
                                          </p:val>
                                        </p:tav>
                                        <p:tav tm="100000">
                                          <p:val>
                                            <p:strVal val="#ppt_x"/>
                                          </p:val>
                                        </p:tav>
                                      </p:tavLst>
                                    </p:anim>
                                    <p:anim calcmode="lin" valueType="num">
                                      <p:cBhvr>
                                        <p:cTn id="13" dur="1200" decel="100000" fill="hold"/>
                                        <p:tgtEl>
                                          <p:spTgt spid="5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 name="Placeholder Demo Text"/>
          <p:cNvSpPr txBox="1"/>
          <p:nvPr/>
        </p:nvSpPr>
        <p:spPr>
          <a:xfrm>
            <a:off x="1427164" y="3115241"/>
            <a:ext cx="12985524" cy="25648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8000" b="0">
                <a:solidFill>
                  <a:srgbClr val="242423"/>
                </a:solidFill>
                <a:latin typeface="Montserrat Bold"/>
                <a:ea typeface="Montserrat Bold"/>
                <a:cs typeface="Montserrat Bold"/>
                <a:sym typeface="Montserrat Bold"/>
              </a:defRPr>
            </a:lvl1pPr>
          </a:lstStyle>
          <a:p>
            <a:r>
              <a:rPr lang="ru-RU" b="1" dirty="0">
                <a:solidFill>
                  <a:schemeClr val="accent1"/>
                </a:solidFill>
                <a:latin typeface="Arial" panose="020B0604020202020204" pitchFamily="34" charset="0"/>
                <a:cs typeface="Arial" panose="020B0604020202020204" pitchFamily="34" charset="0"/>
              </a:rPr>
              <a:t>История</a:t>
            </a:r>
            <a:br>
              <a:rPr lang="ru-RU" b="1" dirty="0">
                <a:solidFill>
                  <a:schemeClr val="accent1"/>
                </a:solidFill>
                <a:latin typeface="Arial" panose="020B0604020202020204" pitchFamily="34" charset="0"/>
                <a:cs typeface="Arial" panose="020B0604020202020204" pitchFamily="34" charset="0"/>
              </a:rPr>
            </a:br>
            <a:r>
              <a:rPr lang="ru-RU" b="1" dirty="0">
                <a:solidFill>
                  <a:schemeClr val="accent1"/>
                </a:solidFill>
                <a:latin typeface="Arial" panose="020B0604020202020204" pitchFamily="34" charset="0"/>
                <a:cs typeface="Arial" panose="020B0604020202020204" pitchFamily="34" charset="0"/>
              </a:rPr>
              <a:t>возникновения</a:t>
            </a:r>
            <a:endParaRPr lang="ru-RU" b="1" dirty="0">
              <a:solidFill>
                <a:schemeClr val="accent1"/>
              </a:solidFill>
              <a:latin typeface="Arial" panose="020B0604020202020204" pitchFamily="34" charset="0"/>
              <a:cs typeface="Arial" panose="020B0604020202020204" pitchFamily="34" charset="0"/>
            </a:endParaRPr>
          </a:p>
        </p:txBody>
      </p:sp>
      <p:sp>
        <p:nvSpPr>
          <p:cNvPr id="712" name="Lorem ipsum dolor sit amet, consectetur adipiscing elit, sed do eiusmod tempor incididunt ut labore et dolore magna aliqua. Arcu dictum varius duis at consectetur lorem donec. Volutpat maecenas volutpat blandit aliquam. Egestas quis ipsum suspendisse ult"/>
          <p:cNvSpPr txBox="1"/>
          <p:nvPr/>
        </p:nvSpPr>
        <p:spPr>
          <a:xfrm>
            <a:off x="1478881" y="5918292"/>
            <a:ext cx="10713120" cy="61611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defTabSz="457200">
              <a:lnSpc>
                <a:spcPct val="120000"/>
              </a:lnSpc>
              <a:defRPr sz="3000" b="0">
                <a:solidFill>
                  <a:srgbClr val="7F8189"/>
                </a:solidFill>
                <a:latin typeface="Arial"/>
                <a:ea typeface="Arial"/>
                <a:cs typeface="Arial"/>
                <a:sym typeface="Arial"/>
              </a:defRPr>
            </a:lvl1pPr>
          </a:lstStyle>
          <a:p>
            <a:pPr>
              <a:defRPr sz="3000" b="0">
                <a:solidFill>
                  <a:srgbClr val="7F8189"/>
                </a:solidFill>
                <a:latin typeface="Arial"/>
                <a:ea typeface="Arial"/>
                <a:cs typeface="Arial"/>
                <a:sym typeface="Arial"/>
              </a:defRPr>
            </a:pPr>
            <a:r>
              <a:rPr lang="ru-RU" sz="3000" dirty="0">
                <a:solidFill>
                  <a:schemeClr val="tx2"/>
                </a:solidFill>
                <a:latin typeface="Arial" panose="020B0604020202020204" pitchFamily="34" charset="0"/>
                <a:cs typeface="Arial" panose="020B0604020202020204" pitchFamily="34" charset="0"/>
              </a:rPr>
              <a:t>Скинхед-движение возникло в Великобритании среди молодых людей из рабочего класса.</a:t>
            </a:r>
            <a:endParaRPr lang="ru-RU" sz="3000" dirty="0">
              <a:solidFill>
                <a:schemeClr val="tx2"/>
              </a:solidFill>
              <a:latin typeface="Arial" panose="020B0604020202020204" pitchFamily="34" charset="0"/>
              <a:cs typeface="Arial" panose="020B0604020202020204" pitchFamily="34" charset="0"/>
            </a:endParaRPr>
          </a:p>
          <a:p>
            <a:pPr>
              <a:defRPr sz="3000" b="0">
                <a:solidFill>
                  <a:srgbClr val="7F8189"/>
                </a:solidFill>
                <a:latin typeface="Arial"/>
                <a:ea typeface="Arial"/>
                <a:cs typeface="Arial"/>
                <a:sym typeface="Arial"/>
              </a:defRPr>
            </a:pPr>
            <a:endParaRPr lang="ru-RU" sz="3000" dirty="0">
              <a:solidFill>
                <a:schemeClr val="tx2"/>
              </a:solidFill>
              <a:latin typeface="Arial" panose="020B0604020202020204" pitchFamily="34" charset="0"/>
              <a:cs typeface="Arial" panose="020B0604020202020204" pitchFamily="34" charset="0"/>
            </a:endParaRPr>
          </a:p>
          <a:p>
            <a:pPr>
              <a:defRPr sz="3000" b="0">
                <a:solidFill>
                  <a:srgbClr val="7F8189"/>
                </a:solidFill>
                <a:latin typeface="Arial"/>
                <a:ea typeface="Arial"/>
                <a:cs typeface="Arial"/>
                <a:sym typeface="Arial"/>
              </a:defRPr>
            </a:pPr>
            <a:r>
              <a:rPr lang="ru-RU" sz="3000" dirty="0">
                <a:solidFill>
                  <a:schemeClr val="tx2"/>
                </a:solidFill>
                <a:latin typeface="Arial" panose="020B0604020202020204" pitchFamily="34" charset="0"/>
                <a:cs typeface="Arial" panose="020B0604020202020204" pitchFamily="34" charset="0"/>
              </a:rPr>
              <a:t>На его формирование повлияли ямайская музыка, особенно ска и регги, а также британская уличная культура.</a:t>
            </a:r>
            <a:endParaRPr lang="ru-RU" sz="3000" dirty="0">
              <a:solidFill>
                <a:schemeClr val="tx2"/>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1D0A02CA-0FD4-E949-81B5-ED6D9C09DD0C}"/>
              </a:ext>
            </a:extLst>
          </p:cNvPr>
          <p:cNvGrpSpPr/>
          <p:nvPr/>
        </p:nvGrpSpPr>
        <p:grpSpPr>
          <a:xfrm>
            <a:off x="12882157" y="10639424"/>
            <a:ext cx="9571444" cy="1270001"/>
            <a:chOff x="12925699" y="9687876"/>
            <a:chExt cx="9571443" cy="1270001"/>
          </a:xfrm>
        </p:grpSpPr>
        <p:sp>
          <p:nvSpPr>
            <p:cNvPr id="728" name="Rounded Rectangle"/>
            <p:cNvSpPr/>
            <p:nvPr/>
          </p:nvSpPr>
          <p:spPr>
            <a:xfrm>
              <a:off x="12925699" y="9687876"/>
              <a:ext cx="9571443" cy="1270001"/>
            </a:xfrm>
            <a:prstGeom prst="roundRect">
              <a:avLst>
                <a:gd name="adj" fmla="val 30239"/>
              </a:avLst>
            </a:prstGeom>
            <a:solidFill>
              <a:schemeClr val="accent1"/>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chemeClr val="bg1">
                    <a:lumMod val="85000"/>
                  </a:schemeClr>
                </a:solidFill>
                <a:latin typeface="Arial Black" panose="020B0604020202020204" pitchFamily="34" charset="0"/>
                <a:cs typeface="Arial Black" panose="020B0604020202020204" pitchFamily="34" charset="0"/>
              </a:endParaRPr>
            </a:p>
          </p:txBody>
        </p:sp>
        <p:sp>
          <p:nvSpPr>
            <p:cNvPr id="729" name="Circle"/>
            <p:cNvSpPr/>
            <p:nvPr/>
          </p:nvSpPr>
          <p:spPr>
            <a:xfrm>
              <a:off x="13303601" y="10029733"/>
              <a:ext cx="560888" cy="560887"/>
            </a:xfrm>
            <a:prstGeom prst="ellipse">
              <a:avLst/>
            </a:prstGeom>
            <a:solidFill>
              <a:schemeClr val="bg2"/>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chemeClr val="bg1">
                    <a:lumMod val="85000"/>
                  </a:schemeClr>
                </a:solidFill>
                <a:latin typeface="Arial Black" panose="020B0604020202020204" pitchFamily="34" charset="0"/>
                <a:cs typeface="Arial Black" panose="020B0604020202020204" pitchFamily="34" charset="0"/>
              </a:endParaRPr>
            </a:p>
          </p:txBody>
        </p:sp>
        <p:sp>
          <p:nvSpPr>
            <p:cNvPr id="730" name="Graphic 48"/>
            <p:cNvSpPr/>
            <p:nvPr/>
          </p:nvSpPr>
          <p:spPr>
            <a:xfrm>
              <a:off x="13469455" y="10225312"/>
              <a:ext cx="254579" cy="169728"/>
            </a:xfrm>
            <a:custGeom>
              <a:avLst/>
              <a:gdLst/>
              <a:ahLst/>
              <a:cxnLst>
                <a:cxn ang="0">
                  <a:pos x="wd2" y="hd2"/>
                </a:cxn>
                <a:cxn ang="5400000">
                  <a:pos x="wd2" y="hd2"/>
                </a:cxn>
                <a:cxn ang="10800000">
                  <a:pos x="wd2" y="hd2"/>
                </a:cxn>
                <a:cxn ang="16200000">
                  <a:pos x="wd2" y="hd2"/>
                </a:cxn>
              </a:cxnLst>
              <a:rect l="0" t="0" r="r" b="b"/>
              <a:pathLst>
                <a:path w="21186" h="20985" extrusionOk="0">
                  <a:moveTo>
                    <a:pt x="10679" y="20063"/>
                  </a:moveTo>
                  <a:lnTo>
                    <a:pt x="20565" y="5375"/>
                  </a:lnTo>
                  <a:cubicBezTo>
                    <a:pt x="21393" y="4146"/>
                    <a:pt x="21393" y="2152"/>
                    <a:pt x="20565" y="923"/>
                  </a:cubicBezTo>
                  <a:cubicBezTo>
                    <a:pt x="19738" y="-307"/>
                    <a:pt x="18396" y="-307"/>
                    <a:pt x="17568" y="923"/>
                  </a:cubicBezTo>
                  <a:lnTo>
                    <a:pt x="9181" y="13386"/>
                  </a:lnTo>
                  <a:lnTo>
                    <a:pt x="3618" y="5119"/>
                  </a:lnTo>
                  <a:cubicBezTo>
                    <a:pt x="2790" y="3889"/>
                    <a:pt x="1448" y="3889"/>
                    <a:pt x="621" y="5119"/>
                  </a:cubicBezTo>
                  <a:cubicBezTo>
                    <a:pt x="-207" y="6349"/>
                    <a:pt x="-207" y="8342"/>
                    <a:pt x="621" y="9572"/>
                  </a:cubicBezTo>
                  <a:lnTo>
                    <a:pt x="7682" y="20063"/>
                  </a:lnTo>
                  <a:cubicBezTo>
                    <a:pt x="8509" y="21292"/>
                    <a:pt x="9851" y="21293"/>
                    <a:pt x="10678" y="20064"/>
                  </a:cubicBezTo>
                  <a:lnTo>
                    <a:pt x="10679" y="20063"/>
                  </a:lnTo>
                  <a:close/>
                </a:path>
              </a:pathLst>
            </a:custGeom>
            <a:solidFill>
              <a:schemeClr val="accent3"/>
            </a:solidFill>
            <a:ln w="12700" cap="flat">
              <a:noFill/>
              <a:miter lim="400000"/>
            </a:ln>
            <a:effectLst/>
          </p:spPr>
          <p:txBody>
            <a:bodyPr wrap="square" lIns="45718" tIns="45718" rIns="45718" bIns="45718" numCol="1" anchor="ctr">
              <a:noAutofit/>
            </a:bodyPr>
            <a:lstStyle/>
            <a:p>
              <a:pPr>
                <a:defRPr sz="3200" b="0">
                  <a:solidFill>
                    <a:srgbClr val="FFFFFF"/>
                  </a:solidFill>
                  <a:latin typeface="+mn-lt"/>
                  <a:ea typeface="+mn-ea"/>
                  <a:cs typeface="+mn-cs"/>
                  <a:sym typeface="Helvetica Neue Medium"/>
                </a:defRPr>
              </a:pPr>
              <a:endParaRPr sz="3200" dirty="0">
                <a:solidFill>
                  <a:schemeClr val="bg1">
                    <a:lumMod val="85000"/>
                  </a:schemeClr>
                </a:solidFill>
                <a:latin typeface="Arial Black" panose="020B0604020202020204" pitchFamily="34" charset="0"/>
                <a:cs typeface="Arial Black" panose="020B0604020202020204" pitchFamily="34" charset="0"/>
              </a:endParaRPr>
            </a:p>
          </p:txBody>
        </p:sp>
        <p:sp>
          <p:nvSpPr>
            <p:cNvPr id="732" name="Lorem ipsum dolor sit amet, consectetur adipiscing elit, sed do eiusmod tempor incididunt ut labore et dolore magna."/>
            <p:cNvSpPr txBox="1"/>
            <p:nvPr/>
          </p:nvSpPr>
          <p:spPr>
            <a:xfrm>
              <a:off x="14263368" y="9901641"/>
              <a:ext cx="7776219" cy="8780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algn="l" defTabSz="457200">
                <a:lnSpc>
                  <a:spcPct val="120000"/>
                </a:lnSpc>
                <a:defRPr sz="2800" b="0">
                  <a:solidFill>
                    <a:srgbClr val="7F8189"/>
                  </a:solidFill>
                  <a:latin typeface="Arial"/>
                  <a:ea typeface="Arial"/>
                  <a:cs typeface="Arial"/>
                  <a:sym typeface="Arial"/>
                </a:defRPr>
              </a:lvl1pPr>
            </a:lstStyle>
            <a:p>
              <a:r>
                <a:rPr lang="ru-RU" sz="2800" b="1" dirty="0">
                  <a:solidFill>
                    <a:schemeClr val="bg1"/>
                  </a:solidFill>
                  <a:latin typeface="Arial" panose="020B0604020202020204" pitchFamily="34" charset="0"/>
                  <a:cs typeface="Arial" panose="020B0604020202020204" pitchFamily="34" charset="0"/>
                </a:rPr>
                <a:t>Британская уличная культура</a:t>
              </a:r>
              <a:endParaRPr lang="ru-RU" sz="2800" b="1" dirty="0">
                <a:solidFill>
                  <a:schemeClr val="bg1"/>
                </a:solidFill>
                <a:latin typeface="Arial" panose="020B0604020202020204" pitchFamily="34" charset="0"/>
                <a:cs typeface="Arial" panose="020B0604020202020204" pitchFamily="34" charset="0"/>
              </a:endParaRPr>
            </a:p>
          </p:txBody>
        </p:sp>
      </p:grpSp>
      <p:grpSp>
        <p:nvGrpSpPr>
          <p:cNvPr id="7" name="Group 5">
            <a:extLst>
              <a:ext uri="{FF2B5EF4-FFF2-40B4-BE49-F238E27FC236}">
                <a16:creationId xmlns:a16="http://schemas.microsoft.com/office/drawing/2014/main" id="{A0D39575-B121-2CE6-D045-8F944A968B6D}"/>
              </a:ext>
            </a:extLst>
          </p:cNvPr>
          <p:cNvGrpSpPr/>
          <p:nvPr/>
        </p:nvGrpSpPr>
        <p:grpSpPr>
          <a:xfrm>
            <a:off x="12873908" y="5936248"/>
            <a:ext cx="9579692" cy="1270001"/>
            <a:chOff x="12925699" y="9687876"/>
            <a:chExt cx="9579693" cy="1270001"/>
          </a:xfrm>
        </p:grpSpPr>
        <p:sp>
          <p:nvSpPr>
            <p:cNvPr id="8" name="Rounded Rectangle">
              <a:extLst>
                <a:ext uri="{FF2B5EF4-FFF2-40B4-BE49-F238E27FC236}">
                  <a16:creationId xmlns:a16="http://schemas.microsoft.com/office/drawing/2014/main" id="{36203196-3D13-D800-8EC9-772A54CCD46D}"/>
                </a:ext>
              </a:extLst>
            </p:cNvPr>
            <p:cNvSpPr/>
            <p:nvPr/>
          </p:nvSpPr>
          <p:spPr>
            <a:xfrm>
              <a:off x="12925699" y="9687876"/>
              <a:ext cx="9571443" cy="1270001"/>
            </a:xfrm>
            <a:prstGeom prst="roundRect">
              <a:avLst>
                <a:gd name="adj" fmla="val 30239"/>
              </a:avLst>
            </a:prstGeom>
            <a:solidFill>
              <a:schemeClr val="accent1"/>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chemeClr val="accent2"/>
                </a:solidFill>
                <a:latin typeface="Arial Black" panose="020B0604020202020204" pitchFamily="34" charset="0"/>
                <a:cs typeface="Arial Black" panose="020B0604020202020204" pitchFamily="34" charset="0"/>
              </a:endParaRPr>
            </a:p>
          </p:txBody>
        </p:sp>
        <p:sp>
          <p:nvSpPr>
            <p:cNvPr id="9" name="Circle">
              <a:extLst>
                <a:ext uri="{FF2B5EF4-FFF2-40B4-BE49-F238E27FC236}">
                  <a16:creationId xmlns:a16="http://schemas.microsoft.com/office/drawing/2014/main" id="{ABBAA21B-5C8C-A754-2B30-FA2801FF3AC2}"/>
                </a:ext>
              </a:extLst>
            </p:cNvPr>
            <p:cNvSpPr/>
            <p:nvPr/>
          </p:nvSpPr>
          <p:spPr>
            <a:xfrm>
              <a:off x="13303601" y="10029733"/>
              <a:ext cx="560888" cy="560887"/>
            </a:xfrm>
            <a:prstGeom prst="ellipse">
              <a:avLst/>
            </a:prstGeom>
            <a:solidFill>
              <a:schemeClr val="bg2"/>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chemeClr val="bg1">
                    <a:lumMod val="85000"/>
                  </a:schemeClr>
                </a:solidFill>
                <a:latin typeface="Arial Black" panose="020B0604020202020204" pitchFamily="34" charset="0"/>
                <a:cs typeface="Arial Black" panose="020B0604020202020204" pitchFamily="34" charset="0"/>
              </a:endParaRPr>
            </a:p>
          </p:txBody>
        </p:sp>
        <p:sp>
          <p:nvSpPr>
            <p:cNvPr id="10" name="Graphic 48">
              <a:extLst>
                <a:ext uri="{FF2B5EF4-FFF2-40B4-BE49-F238E27FC236}">
                  <a16:creationId xmlns:a16="http://schemas.microsoft.com/office/drawing/2014/main" id="{FA88ECB9-7006-86F0-E41B-54354CB6F796}"/>
                </a:ext>
              </a:extLst>
            </p:cNvPr>
            <p:cNvSpPr/>
            <p:nvPr/>
          </p:nvSpPr>
          <p:spPr>
            <a:xfrm>
              <a:off x="13469455" y="10225312"/>
              <a:ext cx="254579" cy="169728"/>
            </a:xfrm>
            <a:custGeom>
              <a:avLst/>
              <a:gdLst/>
              <a:ahLst/>
              <a:cxnLst>
                <a:cxn ang="0">
                  <a:pos x="wd2" y="hd2"/>
                </a:cxn>
                <a:cxn ang="5400000">
                  <a:pos x="wd2" y="hd2"/>
                </a:cxn>
                <a:cxn ang="10800000">
                  <a:pos x="wd2" y="hd2"/>
                </a:cxn>
                <a:cxn ang="16200000">
                  <a:pos x="wd2" y="hd2"/>
                </a:cxn>
              </a:cxnLst>
              <a:rect l="0" t="0" r="r" b="b"/>
              <a:pathLst>
                <a:path w="21186" h="20985" extrusionOk="0">
                  <a:moveTo>
                    <a:pt x="10679" y="20063"/>
                  </a:moveTo>
                  <a:lnTo>
                    <a:pt x="20565" y="5375"/>
                  </a:lnTo>
                  <a:cubicBezTo>
                    <a:pt x="21393" y="4146"/>
                    <a:pt x="21393" y="2152"/>
                    <a:pt x="20565" y="923"/>
                  </a:cubicBezTo>
                  <a:cubicBezTo>
                    <a:pt x="19738" y="-307"/>
                    <a:pt x="18396" y="-307"/>
                    <a:pt x="17568" y="923"/>
                  </a:cubicBezTo>
                  <a:lnTo>
                    <a:pt x="9181" y="13386"/>
                  </a:lnTo>
                  <a:lnTo>
                    <a:pt x="3618" y="5119"/>
                  </a:lnTo>
                  <a:cubicBezTo>
                    <a:pt x="2790" y="3889"/>
                    <a:pt x="1448" y="3889"/>
                    <a:pt x="621" y="5119"/>
                  </a:cubicBezTo>
                  <a:cubicBezTo>
                    <a:pt x="-207" y="6349"/>
                    <a:pt x="-207" y="8342"/>
                    <a:pt x="621" y="9572"/>
                  </a:cubicBezTo>
                  <a:lnTo>
                    <a:pt x="7682" y="20063"/>
                  </a:lnTo>
                  <a:cubicBezTo>
                    <a:pt x="8509" y="21292"/>
                    <a:pt x="9851" y="21293"/>
                    <a:pt x="10678" y="20064"/>
                  </a:cubicBezTo>
                  <a:lnTo>
                    <a:pt x="10679" y="20063"/>
                  </a:lnTo>
                  <a:close/>
                </a:path>
              </a:pathLst>
            </a:custGeom>
            <a:solidFill>
              <a:schemeClr val="accent3"/>
            </a:solidFill>
            <a:ln w="12700" cap="flat">
              <a:noFill/>
              <a:miter lim="400000"/>
            </a:ln>
            <a:effectLst/>
          </p:spPr>
          <p:txBody>
            <a:bodyPr wrap="square" lIns="45718" tIns="45718" rIns="45718" bIns="45718" numCol="1" anchor="ctr">
              <a:noAutofit/>
            </a:bodyPr>
            <a:lstStyle/>
            <a:p>
              <a:pPr>
                <a:defRPr sz="3200" b="0">
                  <a:solidFill>
                    <a:srgbClr val="FFFFFF"/>
                  </a:solidFill>
                  <a:latin typeface="+mn-lt"/>
                  <a:ea typeface="+mn-ea"/>
                  <a:cs typeface="+mn-cs"/>
                  <a:sym typeface="Helvetica Neue Medium"/>
                </a:defRPr>
              </a:pPr>
              <a:endParaRPr sz="3200" dirty="0">
                <a:solidFill>
                  <a:schemeClr val="accent1">
                    <a:lumMod val="60000"/>
                    <a:lumOff val="40000"/>
                  </a:schemeClr>
                </a:solidFill>
                <a:latin typeface="Arial Black" panose="020B0604020202020204" pitchFamily="34" charset="0"/>
                <a:cs typeface="Arial Black" panose="020B0604020202020204" pitchFamily="34" charset="0"/>
              </a:endParaRPr>
            </a:p>
          </p:txBody>
        </p:sp>
        <p:sp>
          <p:nvSpPr>
            <p:cNvPr id="11" name="Lorem ipsum dolor sit amet, consectetur adipiscing elit, sed do eiusmod tempor incididunt ut labore et dolore magna.">
              <a:extLst>
                <a:ext uri="{FF2B5EF4-FFF2-40B4-BE49-F238E27FC236}">
                  <a16:creationId xmlns:a16="http://schemas.microsoft.com/office/drawing/2014/main" id="{987C6AE1-7BFF-4D3C-2550-95908BB7BE55}"/>
                </a:ext>
              </a:extLst>
            </p:cNvPr>
            <p:cNvSpPr txBox="1"/>
            <p:nvPr/>
          </p:nvSpPr>
          <p:spPr>
            <a:xfrm>
              <a:off x="14263368" y="9901641"/>
              <a:ext cx="8242024" cy="8780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algn="l" defTabSz="457200">
                <a:lnSpc>
                  <a:spcPct val="120000"/>
                </a:lnSpc>
                <a:defRPr sz="2800" b="0">
                  <a:solidFill>
                    <a:srgbClr val="7F8189"/>
                  </a:solidFill>
                  <a:latin typeface="Arial"/>
                  <a:ea typeface="Arial"/>
                  <a:cs typeface="Arial"/>
                  <a:sym typeface="Arial"/>
                </a:defRPr>
              </a:lvl1pPr>
            </a:lstStyle>
            <a:p>
              <a:r>
                <a:rPr lang="ru-RU" sz="2800" b="1" dirty="0">
                  <a:solidFill>
                    <a:schemeClr val="bg1"/>
                  </a:solidFill>
                  <a:latin typeface="Arial" panose="020B0604020202020204" pitchFamily="34" charset="0"/>
                  <a:cs typeface="Arial" panose="020B0604020202020204" pitchFamily="34" charset="0"/>
                </a:rPr>
                <a:t>Рабочий класс Великобритании</a:t>
              </a:r>
              <a:endParaRPr lang="ru-RU" sz="2800" b="1" dirty="0">
                <a:solidFill>
                  <a:schemeClr val="bg1"/>
                </a:solidFill>
                <a:latin typeface="Arial" panose="020B0604020202020204" pitchFamily="34" charset="0"/>
                <a:cs typeface="Arial" panose="020B0604020202020204" pitchFamily="34" charset="0"/>
              </a:endParaRPr>
            </a:p>
          </p:txBody>
        </p:sp>
      </p:grpSp>
      <p:grpSp>
        <p:nvGrpSpPr>
          <p:cNvPr id="14" name="Group 5">
            <a:extLst>
              <a:ext uri="{FF2B5EF4-FFF2-40B4-BE49-F238E27FC236}">
                <a16:creationId xmlns:a16="http://schemas.microsoft.com/office/drawing/2014/main" id="{26B48C60-0915-8246-94A0-B9AF7374AAFA}"/>
              </a:ext>
            </a:extLst>
          </p:cNvPr>
          <p:cNvGrpSpPr/>
          <p:nvPr/>
        </p:nvGrpSpPr>
        <p:grpSpPr>
          <a:xfrm>
            <a:off x="12873907" y="7503974"/>
            <a:ext cx="9737297" cy="1270001"/>
            <a:chOff x="12925699" y="9687876"/>
            <a:chExt cx="9737297" cy="1270001"/>
          </a:xfrm>
        </p:grpSpPr>
        <p:sp>
          <p:nvSpPr>
            <p:cNvPr id="15" name="Rounded Rectangle">
              <a:extLst>
                <a:ext uri="{FF2B5EF4-FFF2-40B4-BE49-F238E27FC236}">
                  <a16:creationId xmlns:a16="http://schemas.microsoft.com/office/drawing/2014/main" id="{553EB297-DD7F-A936-1161-70CAB74A52F1}"/>
                </a:ext>
              </a:extLst>
            </p:cNvPr>
            <p:cNvSpPr/>
            <p:nvPr/>
          </p:nvSpPr>
          <p:spPr>
            <a:xfrm>
              <a:off x="12925699" y="9687876"/>
              <a:ext cx="9571443" cy="1270001"/>
            </a:xfrm>
            <a:prstGeom prst="roundRect">
              <a:avLst>
                <a:gd name="adj" fmla="val 30239"/>
              </a:avLst>
            </a:prstGeom>
            <a:solidFill>
              <a:schemeClr val="accent1"/>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chemeClr val="bg1">
                    <a:lumMod val="85000"/>
                  </a:schemeClr>
                </a:solidFill>
                <a:latin typeface="Arial Black" panose="020B0604020202020204" pitchFamily="34" charset="0"/>
                <a:cs typeface="Arial Black" panose="020B0604020202020204" pitchFamily="34" charset="0"/>
              </a:endParaRPr>
            </a:p>
          </p:txBody>
        </p:sp>
        <p:sp>
          <p:nvSpPr>
            <p:cNvPr id="16" name="Circle">
              <a:extLst>
                <a:ext uri="{FF2B5EF4-FFF2-40B4-BE49-F238E27FC236}">
                  <a16:creationId xmlns:a16="http://schemas.microsoft.com/office/drawing/2014/main" id="{728AC7EA-2132-CAAF-8071-6193DDD73E17}"/>
                </a:ext>
              </a:extLst>
            </p:cNvPr>
            <p:cNvSpPr/>
            <p:nvPr/>
          </p:nvSpPr>
          <p:spPr>
            <a:xfrm>
              <a:off x="13303601" y="10029733"/>
              <a:ext cx="560888" cy="560887"/>
            </a:xfrm>
            <a:prstGeom prst="ellipse">
              <a:avLst/>
            </a:prstGeom>
            <a:solidFill>
              <a:schemeClr val="bg2"/>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chemeClr val="bg1">
                    <a:lumMod val="85000"/>
                  </a:schemeClr>
                </a:solidFill>
                <a:latin typeface="Arial Black" panose="020B0604020202020204" pitchFamily="34" charset="0"/>
                <a:cs typeface="Arial Black" panose="020B0604020202020204" pitchFamily="34" charset="0"/>
              </a:endParaRPr>
            </a:p>
          </p:txBody>
        </p:sp>
        <p:sp>
          <p:nvSpPr>
            <p:cNvPr id="17" name="Graphic 48">
              <a:extLst>
                <a:ext uri="{FF2B5EF4-FFF2-40B4-BE49-F238E27FC236}">
                  <a16:creationId xmlns:a16="http://schemas.microsoft.com/office/drawing/2014/main" id="{F02EBACC-6EC0-D95E-D377-E67F2B4292D6}"/>
                </a:ext>
              </a:extLst>
            </p:cNvPr>
            <p:cNvSpPr/>
            <p:nvPr/>
          </p:nvSpPr>
          <p:spPr>
            <a:xfrm>
              <a:off x="13469455" y="10225312"/>
              <a:ext cx="254579" cy="169728"/>
            </a:xfrm>
            <a:custGeom>
              <a:avLst/>
              <a:gdLst/>
              <a:ahLst/>
              <a:cxnLst>
                <a:cxn ang="0">
                  <a:pos x="wd2" y="hd2"/>
                </a:cxn>
                <a:cxn ang="5400000">
                  <a:pos x="wd2" y="hd2"/>
                </a:cxn>
                <a:cxn ang="10800000">
                  <a:pos x="wd2" y="hd2"/>
                </a:cxn>
                <a:cxn ang="16200000">
                  <a:pos x="wd2" y="hd2"/>
                </a:cxn>
              </a:cxnLst>
              <a:rect l="0" t="0" r="r" b="b"/>
              <a:pathLst>
                <a:path w="21186" h="20985" extrusionOk="0">
                  <a:moveTo>
                    <a:pt x="10679" y="20063"/>
                  </a:moveTo>
                  <a:lnTo>
                    <a:pt x="20565" y="5375"/>
                  </a:lnTo>
                  <a:cubicBezTo>
                    <a:pt x="21393" y="4146"/>
                    <a:pt x="21393" y="2152"/>
                    <a:pt x="20565" y="923"/>
                  </a:cubicBezTo>
                  <a:cubicBezTo>
                    <a:pt x="19738" y="-307"/>
                    <a:pt x="18396" y="-307"/>
                    <a:pt x="17568" y="923"/>
                  </a:cubicBezTo>
                  <a:lnTo>
                    <a:pt x="9181" y="13386"/>
                  </a:lnTo>
                  <a:lnTo>
                    <a:pt x="3618" y="5119"/>
                  </a:lnTo>
                  <a:cubicBezTo>
                    <a:pt x="2790" y="3889"/>
                    <a:pt x="1448" y="3889"/>
                    <a:pt x="621" y="5119"/>
                  </a:cubicBezTo>
                  <a:cubicBezTo>
                    <a:pt x="-207" y="6349"/>
                    <a:pt x="-207" y="8342"/>
                    <a:pt x="621" y="9572"/>
                  </a:cubicBezTo>
                  <a:lnTo>
                    <a:pt x="7682" y="20063"/>
                  </a:lnTo>
                  <a:cubicBezTo>
                    <a:pt x="8509" y="21292"/>
                    <a:pt x="9851" y="21293"/>
                    <a:pt x="10678" y="20064"/>
                  </a:cubicBezTo>
                  <a:lnTo>
                    <a:pt x="10679" y="20063"/>
                  </a:lnTo>
                  <a:close/>
                </a:path>
              </a:pathLst>
            </a:custGeom>
            <a:solidFill>
              <a:schemeClr val="accent3"/>
            </a:solidFill>
            <a:ln w="12700" cap="flat">
              <a:noFill/>
              <a:miter lim="400000"/>
            </a:ln>
            <a:effectLst/>
          </p:spPr>
          <p:txBody>
            <a:bodyPr wrap="square" lIns="45718" tIns="45718" rIns="45718" bIns="45718" numCol="1" anchor="ctr">
              <a:noAutofit/>
            </a:bodyPr>
            <a:lstStyle/>
            <a:p>
              <a:pPr>
                <a:defRPr sz="3200" b="0">
                  <a:solidFill>
                    <a:srgbClr val="FFFFFF"/>
                  </a:solidFill>
                  <a:latin typeface="+mn-lt"/>
                  <a:ea typeface="+mn-ea"/>
                  <a:cs typeface="+mn-cs"/>
                  <a:sym typeface="Helvetica Neue Medium"/>
                </a:defRPr>
              </a:pPr>
              <a:endParaRPr sz="3200" dirty="0">
                <a:solidFill>
                  <a:schemeClr val="bg1">
                    <a:lumMod val="85000"/>
                  </a:schemeClr>
                </a:solidFill>
                <a:latin typeface="Arial Black" panose="020B0604020202020204" pitchFamily="34" charset="0"/>
                <a:cs typeface="Arial Black" panose="020B0604020202020204" pitchFamily="34" charset="0"/>
              </a:endParaRPr>
            </a:p>
          </p:txBody>
        </p:sp>
        <p:sp>
          <p:nvSpPr>
            <p:cNvPr id="18" name="Lorem ipsum dolor sit amet, consectetur adipiscing elit, sed do eiusmod tempor incididunt ut labore et dolore magna.">
              <a:extLst>
                <a:ext uri="{FF2B5EF4-FFF2-40B4-BE49-F238E27FC236}">
                  <a16:creationId xmlns:a16="http://schemas.microsoft.com/office/drawing/2014/main" id="{50C1BF08-9B60-B310-54B1-9B9A15035CC2}"/>
                </a:ext>
              </a:extLst>
            </p:cNvPr>
            <p:cNvSpPr txBox="1"/>
            <p:nvPr/>
          </p:nvSpPr>
          <p:spPr>
            <a:xfrm>
              <a:off x="14263368" y="9901641"/>
              <a:ext cx="8399628" cy="8780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algn="l" defTabSz="457200">
                <a:lnSpc>
                  <a:spcPct val="120000"/>
                </a:lnSpc>
                <a:defRPr sz="2800" b="0">
                  <a:solidFill>
                    <a:srgbClr val="7F8189"/>
                  </a:solidFill>
                  <a:latin typeface="Arial"/>
                  <a:ea typeface="Arial"/>
                  <a:cs typeface="Arial"/>
                  <a:sym typeface="Arial"/>
                </a:defRPr>
              </a:lvl1pPr>
            </a:lstStyle>
            <a:p>
              <a:r>
                <a:rPr lang="ru-RU" sz="2800" b="1" dirty="0">
                  <a:solidFill>
                    <a:schemeClr val="bg1"/>
                  </a:solidFill>
                  <a:latin typeface="Arial" panose="020B0604020202020204" pitchFamily="34" charset="0"/>
                  <a:cs typeface="Arial" panose="020B0604020202020204" pitchFamily="34" charset="0"/>
                </a:rPr>
                <a:t>Ямайская музыка ска</a:t>
              </a:r>
              <a:endParaRPr lang="ru-RU" sz="2800" b="1" dirty="0">
                <a:solidFill>
                  <a:schemeClr val="bg1"/>
                </a:solidFill>
                <a:latin typeface="Arial" panose="020B0604020202020204" pitchFamily="34" charset="0"/>
                <a:cs typeface="Arial" panose="020B0604020202020204" pitchFamily="34" charset="0"/>
              </a:endParaRPr>
            </a:p>
          </p:txBody>
        </p:sp>
      </p:grpSp>
      <p:grpSp>
        <p:nvGrpSpPr>
          <p:cNvPr id="19" name="Group 5">
            <a:extLst>
              <a:ext uri="{FF2B5EF4-FFF2-40B4-BE49-F238E27FC236}">
                <a16:creationId xmlns:a16="http://schemas.microsoft.com/office/drawing/2014/main" id="{9E451CA9-BCFB-1436-4B88-D9A3D5499E70}"/>
              </a:ext>
            </a:extLst>
          </p:cNvPr>
          <p:cNvGrpSpPr/>
          <p:nvPr/>
        </p:nvGrpSpPr>
        <p:grpSpPr>
          <a:xfrm>
            <a:off x="12873906" y="9071699"/>
            <a:ext cx="9579695" cy="1270001"/>
            <a:chOff x="12925699" y="9687876"/>
            <a:chExt cx="9579695" cy="1270001"/>
          </a:xfrm>
        </p:grpSpPr>
        <p:sp>
          <p:nvSpPr>
            <p:cNvPr id="20" name="Rounded Rectangle">
              <a:extLst>
                <a:ext uri="{FF2B5EF4-FFF2-40B4-BE49-F238E27FC236}">
                  <a16:creationId xmlns:a16="http://schemas.microsoft.com/office/drawing/2014/main" id="{FBFFCEA8-FC0D-E383-12AF-C42D6FB7F7E1}"/>
                </a:ext>
              </a:extLst>
            </p:cNvPr>
            <p:cNvSpPr/>
            <p:nvPr/>
          </p:nvSpPr>
          <p:spPr>
            <a:xfrm>
              <a:off x="12925699" y="9687876"/>
              <a:ext cx="9571443" cy="1270001"/>
            </a:xfrm>
            <a:prstGeom prst="roundRect">
              <a:avLst>
                <a:gd name="adj" fmla="val 30239"/>
              </a:avLst>
            </a:prstGeom>
            <a:solidFill>
              <a:schemeClr val="accent1"/>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chemeClr val="bg1">
                    <a:lumMod val="85000"/>
                  </a:schemeClr>
                </a:solidFill>
                <a:latin typeface="Arial Black" panose="020B0604020202020204" pitchFamily="34" charset="0"/>
                <a:cs typeface="Arial Black" panose="020B0604020202020204" pitchFamily="34" charset="0"/>
              </a:endParaRPr>
            </a:p>
          </p:txBody>
        </p:sp>
        <p:sp>
          <p:nvSpPr>
            <p:cNvPr id="21" name="Circle">
              <a:extLst>
                <a:ext uri="{FF2B5EF4-FFF2-40B4-BE49-F238E27FC236}">
                  <a16:creationId xmlns:a16="http://schemas.microsoft.com/office/drawing/2014/main" id="{63FFA1B6-0BCE-34A0-539E-745E102EBBA7}"/>
                </a:ext>
              </a:extLst>
            </p:cNvPr>
            <p:cNvSpPr/>
            <p:nvPr/>
          </p:nvSpPr>
          <p:spPr>
            <a:xfrm>
              <a:off x="13303601" y="10029733"/>
              <a:ext cx="560888" cy="560887"/>
            </a:xfrm>
            <a:prstGeom prst="ellipse">
              <a:avLst/>
            </a:prstGeom>
            <a:solidFill>
              <a:schemeClr val="bg2"/>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chemeClr val="bg1">
                    <a:lumMod val="85000"/>
                  </a:schemeClr>
                </a:solidFill>
                <a:latin typeface="Arial Black" panose="020B0604020202020204" pitchFamily="34" charset="0"/>
                <a:cs typeface="Arial Black" panose="020B0604020202020204" pitchFamily="34" charset="0"/>
              </a:endParaRPr>
            </a:p>
          </p:txBody>
        </p:sp>
        <p:sp>
          <p:nvSpPr>
            <p:cNvPr id="22" name="Graphic 48">
              <a:extLst>
                <a:ext uri="{FF2B5EF4-FFF2-40B4-BE49-F238E27FC236}">
                  <a16:creationId xmlns:a16="http://schemas.microsoft.com/office/drawing/2014/main" id="{E257FD2B-DB41-F198-7FB6-54183A462F48}"/>
                </a:ext>
              </a:extLst>
            </p:cNvPr>
            <p:cNvSpPr/>
            <p:nvPr/>
          </p:nvSpPr>
          <p:spPr>
            <a:xfrm>
              <a:off x="13469455" y="10225312"/>
              <a:ext cx="254579" cy="169728"/>
            </a:xfrm>
            <a:custGeom>
              <a:avLst/>
              <a:gdLst/>
              <a:ahLst/>
              <a:cxnLst>
                <a:cxn ang="0">
                  <a:pos x="wd2" y="hd2"/>
                </a:cxn>
                <a:cxn ang="5400000">
                  <a:pos x="wd2" y="hd2"/>
                </a:cxn>
                <a:cxn ang="10800000">
                  <a:pos x="wd2" y="hd2"/>
                </a:cxn>
                <a:cxn ang="16200000">
                  <a:pos x="wd2" y="hd2"/>
                </a:cxn>
              </a:cxnLst>
              <a:rect l="0" t="0" r="r" b="b"/>
              <a:pathLst>
                <a:path w="21186" h="20985" extrusionOk="0">
                  <a:moveTo>
                    <a:pt x="10679" y="20063"/>
                  </a:moveTo>
                  <a:lnTo>
                    <a:pt x="20565" y="5375"/>
                  </a:lnTo>
                  <a:cubicBezTo>
                    <a:pt x="21393" y="4146"/>
                    <a:pt x="21393" y="2152"/>
                    <a:pt x="20565" y="923"/>
                  </a:cubicBezTo>
                  <a:cubicBezTo>
                    <a:pt x="19738" y="-307"/>
                    <a:pt x="18396" y="-307"/>
                    <a:pt x="17568" y="923"/>
                  </a:cubicBezTo>
                  <a:lnTo>
                    <a:pt x="9181" y="13386"/>
                  </a:lnTo>
                  <a:lnTo>
                    <a:pt x="3618" y="5119"/>
                  </a:lnTo>
                  <a:cubicBezTo>
                    <a:pt x="2790" y="3889"/>
                    <a:pt x="1448" y="3889"/>
                    <a:pt x="621" y="5119"/>
                  </a:cubicBezTo>
                  <a:cubicBezTo>
                    <a:pt x="-207" y="6349"/>
                    <a:pt x="-207" y="8342"/>
                    <a:pt x="621" y="9572"/>
                  </a:cubicBezTo>
                  <a:lnTo>
                    <a:pt x="7682" y="20063"/>
                  </a:lnTo>
                  <a:cubicBezTo>
                    <a:pt x="8509" y="21292"/>
                    <a:pt x="9851" y="21293"/>
                    <a:pt x="10678" y="20064"/>
                  </a:cubicBezTo>
                  <a:lnTo>
                    <a:pt x="10679" y="20063"/>
                  </a:lnTo>
                  <a:close/>
                </a:path>
              </a:pathLst>
            </a:custGeom>
            <a:solidFill>
              <a:schemeClr val="accent3"/>
            </a:solidFill>
            <a:ln w="12700" cap="flat">
              <a:noFill/>
              <a:miter lim="400000"/>
            </a:ln>
            <a:effectLst/>
          </p:spPr>
          <p:txBody>
            <a:bodyPr wrap="square" lIns="45718" tIns="45718" rIns="45718" bIns="45718" numCol="1" anchor="ctr">
              <a:noAutofit/>
            </a:bodyPr>
            <a:lstStyle/>
            <a:p>
              <a:pPr>
                <a:defRPr sz="3200" b="0">
                  <a:solidFill>
                    <a:srgbClr val="FFFFFF"/>
                  </a:solidFill>
                  <a:latin typeface="+mn-lt"/>
                  <a:ea typeface="+mn-ea"/>
                  <a:cs typeface="+mn-cs"/>
                  <a:sym typeface="Helvetica Neue Medium"/>
                </a:defRPr>
              </a:pPr>
              <a:endParaRPr sz="3200" dirty="0">
                <a:solidFill>
                  <a:schemeClr val="bg1">
                    <a:lumMod val="85000"/>
                  </a:schemeClr>
                </a:solidFill>
                <a:latin typeface="Arial Black" panose="020B0604020202020204" pitchFamily="34" charset="0"/>
                <a:cs typeface="Arial Black" panose="020B0604020202020204" pitchFamily="34" charset="0"/>
              </a:endParaRPr>
            </a:p>
          </p:txBody>
        </p:sp>
        <p:sp>
          <p:nvSpPr>
            <p:cNvPr id="23" name="Lorem ipsum dolor sit amet, consectetur adipiscing elit, sed do eiusmod tempor incididunt ut labore et dolore magna.">
              <a:extLst>
                <a:ext uri="{FF2B5EF4-FFF2-40B4-BE49-F238E27FC236}">
                  <a16:creationId xmlns:a16="http://schemas.microsoft.com/office/drawing/2014/main" id="{A1213FC9-C9C7-EB64-FCB4-EE324047048D}"/>
                </a:ext>
              </a:extLst>
            </p:cNvPr>
            <p:cNvSpPr txBox="1"/>
            <p:nvPr/>
          </p:nvSpPr>
          <p:spPr>
            <a:xfrm>
              <a:off x="14263368" y="9901641"/>
              <a:ext cx="8242026" cy="8780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algn="l" defTabSz="457200">
                <a:lnSpc>
                  <a:spcPct val="120000"/>
                </a:lnSpc>
                <a:defRPr sz="2800" b="0">
                  <a:solidFill>
                    <a:srgbClr val="7F8189"/>
                  </a:solidFill>
                  <a:latin typeface="Arial"/>
                  <a:ea typeface="Arial"/>
                  <a:cs typeface="Arial"/>
                  <a:sym typeface="Arial"/>
                </a:defRPr>
              </a:lvl1pPr>
            </a:lstStyle>
            <a:p>
              <a:r>
                <a:rPr lang="ru-RU" sz="2800" b="1" dirty="0">
                  <a:solidFill>
                    <a:schemeClr val="bg1"/>
                  </a:solidFill>
                  <a:latin typeface="Arial" panose="020B0604020202020204" pitchFamily="34" charset="0"/>
                  <a:cs typeface="Arial" panose="020B0604020202020204" pitchFamily="34" charset="0"/>
                </a:rPr>
                <a:t>Регги</a:t>
              </a:r>
              <a:endParaRPr lang="ru-RU" sz="2800" b="1" dirty="0">
                <a:solidFill>
                  <a:schemeClr val="bg1"/>
                </a:solidFill>
                <a:latin typeface="Arial" panose="020B0604020202020204" pitchFamily="34" charset="0"/>
                <a:cs typeface="Arial" panose="020B0604020202020204" pitchFamily="34" charset="0"/>
              </a:endParaRPr>
            </a:p>
          </p:txBody>
        </p:sp>
      </p:grpSp>
      <p:sp>
        <p:nvSpPr>
          <p:cNvPr id="28" name="Rectangle">
            <a:extLst>
              <a:ext uri="{FF2B5EF4-FFF2-40B4-BE49-F238E27FC236}">
                <a16:creationId xmlns:a16="http://schemas.microsoft.com/office/drawing/2014/main" id="{C7DCEE06-6640-4344-BDC6-675B5D8099B4}"/>
              </a:ext>
            </a:extLst>
          </p:cNvPr>
          <p:cNvSpPr/>
          <p:nvPr/>
        </p:nvSpPr>
        <p:spPr>
          <a:xfrm>
            <a:off x="1427163" y="2577132"/>
            <a:ext cx="3017521" cy="143978"/>
          </a:xfrm>
          <a:prstGeom prst="rect">
            <a:avLst/>
          </a:prstGeom>
          <a:solidFill>
            <a:schemeClr val="accent1"/>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9" name="Subtitle Text">
            <a:extLst>
              <a:ext uri="{FF2B5EF4-FFF2-40B4-BE49-F238E27FC236}">
                <a16:creationId xmlns:a16="http://schemas.microsoft.com/office/drawing/2014/main" id="{B392F508-A62B-4666-9E67-EDC774F1E307}"/>
              </a:ext>
            </a:extLst>
          </p:cNvPr>
          <p:cNvSpPr/>
          <p:nvPr/>
        </p:nvSpPr>
        <p:spPr>
          <a:xfrm>
            <a:off x="1427164" y="2266950"/>
            <a:ext cx="3322710" cy="3375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algn="l" defTabSz="457200">
              <a:lnSpc>
                <a:spcPct val="120000"/>
              </a:lnSpc>
              <a:defRPr sz="1400" cap="all" spc="1120">
                <a:solidFill>
                  <a:srgbClr val="242423"/>
                </a:solidFill>
                <a:latin typeface="Arial"/>
                <a:ea typeface="Arial"/>
                <a:cs typeface="Arial"/>
                <a:sym typeface="Arial"/>
              </a:defRPr>
            </a:lvl1pPr>
          </a:lstStyle>
          <a:p>
            <a:r>
              <a:rPr lang="ru-RU" sz="1401" dirty="0">
                <a:solidFill>
                  <a:schemeClr val="accent1"/>
                </a:solidFill>
                <a:latin typeface="Arial" panose="020B0604020202020204" pitchFamily="34" charset="0"/>
                <a:cs typeface="Arial" panose="020B0604020202020204" pitchFamily="34" charset="0"/>
              </a:rPr>
              <a:t>История</a:t>
            </a:r>
            <a:endParaRPr lang="ru-RU" sz="1401" dirty="0">
              <a:solidFill>
                <a:schemeClr val="accent1"/>
              </a:solidFill>
              <a:latin typeface="Arial" panose="020B0604020202020204" pitchFamily="34" charset="0"/>
              <a:cs typeface="Arial" panose="020B0604020202020204" pitchFamily="34" charset="0"/>
            </a:endParaRPr>
          </a:p>
        </p:txBody>
      </p:sp>
      <mc:AlternateContent xmlns:mc="http://schemas.openxmlformats.org/markup-compatibility/2006">
        <mc:Choice xmlns:am3d="http://schemas.microsoft.com/office/drawing/2017/model3d" Requires="am3d">
          <p:graphicFrame>
            <p:nvGraphicFramePr>
              <p:cNvPr id="9002" name="!!Emblem3D" descr="3D-модель эмблемы Президентской академии"/>
              <p:cNvGraphicFramePr>
                <a:graphicFrameLocks noGrp="1" noChangeAspect="1"/>
              </p:cNvGraphicFramePr>
              <p:nvPr/>
            </p:nvGraphicFramePr>
            <p:xfrm>
              <a:off x="3836822" y="9597542"/>
              <a:ext cx="3299156" cy="3299156"/>
            </p:xfrm>
            <a:graphic>
              <a:graphicData uri="http://schemas.microsoft.com/office/drawing/2017/model3d">
                <am3d:model3d r:embed="rId2">
                  <am3d:spPr>
                    <a:xfrm>
                      <a:off x="3836822" y="9597542"/>
                      <a:ext cx="3299156" cy="3299156"/>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480000" ay="2100000" az="0"/>
                    <am3d:postTrans dx="0" dy="0" dz="0"/>
                  </am3d:trans>
                  <am3d:raster rName="Office3DRenderer" rVer="16.0.8326">
                    <am3d:blip r:embed="rId3"/>
                  </am3d:raster>
                  <am3d:objViewport viewportSz="329915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02" name="!!Emblem3D" descr="3D-модель эмблемы Президентской академии"/>
              <p:cNvPicPr>
                <a:picLocks noGrp="1" noRot="1" noChangeAspect="1" noMove="1" noResize="1" noEditPoints="1" noAdjustHandles="1" noChangeArrowheads="1" noChangeShapeType="1" noCrop="1"/>
              </p:cNvPicPr>
              <p:nvPr/>
            </p:nvPicPr>
            <p:blipFill>
              <a:blip r:embed="rId3"/>
              <a:stretch>
                <a:fillRect/>
              </a:stretch>
            </p:blipFill>
            <p:spPr>
              <a:xfrm>
                <a:off x="3836822" y="9597542"/>
                <a:ext cx="3299156" cy="3299156"/>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12" name="!!Vinyl3D" descr="3D-модель виниловой пластинки ска"/>
              <p:cNvGraphicFramePr>
                <a:graphicFrameLocks noGrp="1" noChangeAspect="1"/>
              </p:cNvGraphicFramePr>
              <p:nvPr/>
            </p:nvGraphicFramePr>
            <p:xfrm>
              <a:off x="14624913" y="726033"/>
              <a:ext cx="4948734" cy="4948734"/>
            </p:xfrm>
            <a:graphic>
              <a:graphicData uri="http://schemas.microsoft.com/office/drawing/2017/model3d">
                <am3d:model3d r:embed="rId4">
                  <am3d:spPr>
                    <a:xfrm>
                      <a:off x="14624913" y="726033"/>
                      <a:ext cx="4948734" cy="4948734"/>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19920000" ay="1320000" az="0"/>
                    <am3d:postTrans dx="0" dy="0" dz="0"/>
                  </am3d:trans>
                  <am3d:raster rName="Office3DRenderer" rVer="16.0.8326">
                    <am3d:blip r:embed="rId5"/>
                  </am3d:raster>
                  <am3d:objViewport viewportSz="494873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12" name="!!Vinyl3D" descr="3D-модель виниловой пластинки ска"/>
              <p:cNvPicPr>
                <a:picLocks noGrp="1" noRot="1" noChangeAspect="1" noMove="1" noResize="1" noEditPoints="1" noAdjustHandles="1" noChangeArrowheads="1" noChangeShapeType="1" noCrop="1"/>
              </p:cNvPicPr>
              <p:nvPr/>
            </p:nvPicPr>
            <p:blipFill>
              <a:blip r:embed="rId5"/>
              <a:stretch>
                <a:fillRect/>
              </a:stretch>
            </p:blipFill>
            <p:spPr>
              <a:xfrm>
                <a:off x="14624913" y="726033"/>
                <a:ext cx="4948734" cy="4948734"/>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22" name="!!Boot3D" descr="3D-модель ботинка с высокой шнуровкой"/>
              <p:cNvGraphicFramePr>
                <a:graphicFrameLocks noGrp="1" noChangeAspect="1"/>
              </p:cNvGraphicFramePr>
              <p:nvPr/>
            </p:nvGraphicFramePr>
            <p:xfrm>
              <a:off x="27509724" y="8764524"/>
              <a:ext cx="4873752" cy="4873752"/>
            </p:xfrm>
            <a:graphic>
              <a:graphicData uri="http://schemas.microsoft.com/office/drawing/2017/model3d">
                <am3d:model3d r:embed="rId6">
                  <am3d:spPr>
                    <a:xfrm>
                      <a:off x="27509724" y="8764524"/>
                      <a:ext cx="4873752" cy="4873752"/>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2400000" ay="9600000" az="1800000"/>
                    <am3d:postTrans dx="0" dy="0" dz="0"/>
                  </am3d:trans>
                  <am3d:raster rName="Office3DRenderer" rVer="16.0.8326">
                    <am3d:blip r:embed="rId7"/>
                  </am3d:raster>
                  <am3d:objViewport viewportSz="487375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22" name="!!Boot3D" descr="3D-модель ботинка с высокой шнуровкой"/>
              <p:cNvPicPr>
                <a:picLocks noGrp="1" noRot="1" noChangeAspect="1" noMove="1" noResize="1" noEditPoints="1" noAdjustHandles="1" noChangeArrowheads="1" noChangeShapeType="1" noCrop="1"/>
              </p:cNvPicPr>
              <p:nvPr/>
            </p:nvPicPr>
            <p:blipFill>
              <a:blip r:embed="rId7"/>
              <a:stretch>
                <a:fillRect/>
              </a:stretch>
            </p:blipFill>
            <p:spPr>
              <a:xfrm>
                <a:off x="27509724" y="8764524"/>
                <a:ext cx="4873752" cy="4873752"/>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32" name="!!Braces3D" descr="3D-модель подтяжек"/>
              <p:cNvGraphicFramePr>
                <a:graphicFrameLocks noGrp="1" noChangeAspect="1"/>
              </p:cNvGraphicFramePr>
              <p:nvPr/>
            </p:nvGraphicFramePr>
            <p:xfrm>
              <a:off x="-7735824" y="10094976"/>
              <a:ext cx="4498848" cy="4498848"/>
            </p:xfrm>
            <a:graphic>
              <a:graphicData uri="http://schemas.microsoft.com/office/drawing/2017/model3d">
                <am3d:model3d r:embed="rId8">
                  <am3d:spPr>
                    <a:xfrm>
                      <a:off x="-7735824" y="10094976"/>
                      <a:ext cx="4498848" cy="4498848"/>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19800000" ay="12000000" az="20400000"/>
                    <am3d:postTrans dx="0" dy="0" dz="0"/>
                  </am3d:trans>
                  <am3d:raster rName="Office3DRenderer" rVer="16.0.8326">
                    <am3d:blip r:embed="rId9"/>
                  </am3d:raster>
                  <am3d:objViewport viewportSz="44988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32" name="!!Braces3D" descr="3D-модель подтяжек"/>
              <p:cNvPicPr>
                <a:picLocks noGrp="1" noRot="1" noChangeAspect="1" noMove="1" noResize="1" noEditPoints="1" noAdjustHandles="1" noChangeArrowheads="1" noChangeShapeType="1" noCrop="1"/>
              </p:cNvPicPr>
              <p:nvPr/>
            </p:nvPicPr>
            <p:blipFill>
              <a:blip r:embed="rId9"/>
              <a:stretch>
                <a:fillRect/>
              </a:stretch>
            </p:blipFill>
            <p:spPr>
              <a:xfrm>
                <a:off x="-7735824" y="10094976"/>
                <a:ext cx="4498848" cy="4498848"/>
              </a:xfrm>
              <a:prstGeom prst="rect">
                <a:avLst/>
              </a:prstGeom>
              <a:effectLst>
                <a:glow rad="190500">
                  <a:srgbClr val="C80D3F">
                    <a:alpha val="40000"/>
                  </a:srgbClr>
                </a:glow>
              </a:effectLst>
            </p:spPr>
          </p:pic>
        </mc:Fallback>
      </mc:AlternateContent>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9" fill="hold">
                            <p:stCondLst>
                              <p:cond delay="0"/>
                            </p:stCondLst>
                            <p:childTnLst>
                              <p:par>
                                <p:cTn id="4" presetID="42" presetClass="entr" presetSubtype="0" fill="hold" nodeType="withEffect">
                                  <p:stCondLst>
                                    <p:cond delay="500"/>
                                  </p:stCondLst>
                                  <p:childTnLst>
                                    <p:set>
                                      <p:cBhvr>
                                        <p:cTn id="5" dur="1" fill="hold">
                                          <p:stCondLst>
                                            <p:cond delay="0"/>
                                          </p:stCondLst>
                                        </p:cTn>
                                        <p:tgtEl>
                                          <p:spTgt spid="711"/>
                                        </p:tgtEl>
                                        <p:attrNameLst>
                                          <p:attrName>style.visibility</p:attrName>
                                        </p:attrNameLst>
                                      </p:cBhvr>
                                      <p:to>
                                        <p:strVal val="visible"/>
                                      </p:to>
                                    </p:set>
                                    <p:animEffect transition="in" filter="fade">
                                      <p:cBhvr>
                                        <p:cTn id="6" dur="1200"/>
                                        <p:tgtEl>
                                          <p:spTgt spid="711"/>
                                        </p:tgtEl>
                                      </p:cBhvr>
                                    </p:animEffect>
                                    <p:anim calcmode="lin" valueType="num">
                                      <p:cBhvr>
                                        <p:cTn id="7" dur="1200" decel="100000" fill="hold"/>
                                        <p:tgtEl>
                                          <p:spTgt spid="711"/>
                                        </p:tgtEl>
                                        <p:attrNameLst>
                                          <p:attrName>ppt_x</p:attrName>
                                        </p:attrNameLst>
                                      </p:cBhvr>
                                      <p:tavLst>
                                        <p:tav tm="0">
                                          <p:val>
                                            <p:strVal val="#ppt_x"/>
                                          </p:val>
                                        </p:tav>
                                        <p:tav tm="100000">
                                          <p:val>
                                            <p:strVal val="#ppt_x"/>
                                          </p:val>
                                        </p:tav>
                                      </p:tavLst>
                                    </p:anim>
                                    <p:anim calcmode="lin" valueType="num">
                                      <p:cBhvr>
                                        <p:cTn id="8" dur="1200" decel="100000" fill="hold"/>
                                        <p:tgtEl>
                                          <p:spTgt spid="711"/>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680"/>
                                  </p:stCondLst>
                                  <p:childTnLst>
                                    <p:set>
                                      <p:cBhvr>
                                        <p:cTn id="10" dur="1" fill="hold">
                                          <p:stCondLst>
                                            <p:cond delay="0"/>
                                          </p:stCondLst>
                                        </p:cTn>
                                        <p:tgtEl>
                                          <p:spTgt spid="712"/>
                                        </p:tgtEl>
                                        <p:attrNameLst>
                                          <p:attrName>style.visibility</p:attrName>
                                        </p:attrNameLst>
                                      </p:cBhvr>
                                      <p:to>
                                        <p:strVal val="visible"/>
                                      </p:to>
                                    </p:set>
                                    <p:animEffect transition="in" filter="fade">
                                      <p:cBhvr>
                                        <p:cTn id="11" dur="1200"/>
                                        <p:tgtEl>
                                          <p:spTgt spid="712"/>
                                        </p:tgtEl>
                                      </p:cBhvr>
                                    </p:animEffect>
                                    <p:anim calcmode="lin" valueType="num">
                                      <p:cBhvr>
                                        <p:cTn id="12" dur="1200" decel="100000" fill="hold"/>
                                        <p:tgtEl>
                                          <p:spTgt spid="712"/>
                                        </p:tgtEl>
                                        <p:attrNameLst>
                                          <p:attrName>ppt_x</p:attrName>
                                        </p:attrNameLst>
                                      </p:cBhvr>
                                      <p:tavLst>
                                        <p:tav tm="0">
                                          <p:val>
                                            <p:strVal val="#ppt_x"/>
                                          </p:val>
                                        </p:tav>
                                        <p:tav tm="100000">
                                          <p:val>
                                            <p:strVal val="#ppt_x"/>
                                          </p:val>
                                        </p:tav>
                                      </p:tavLst>
                                    </p:anim>
                                    <p:anim calcmode="lin" valueType="num">
                                      <p:cBhvr>
                                        <p:cTn id="13" dur="1200" decel="100000" fill="hold"/>
                                        <p:tgtEl>
                                          <p:spTgt spid="712"/>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86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200"/>
                                        <p:tgtEl>
                                          <p:spTgt spid="6"/>
                                        </p:tgtEl>
                                      </p:cBhvr>
                                    </p:animEffect>
                                    <p:anim calcmode="lin" valueType="num">
                                      <p:cBhvr>
                                        <p:cTn id="17" dur="1200" decel="100000" fill="hold"/>
                                        <p:tgtEl>
                                          <p:spTgt spid="6"/>
                                        </p:tgtEl>
                                        <p:attrNameLst>
                                          <p:attrName>ppt_x</p:attrName>
                                        </p:attrNameLst>
                                      </p:cBhvr>
                                      <p:tavLst>
                                        <p:tav tm="0">
                                          <p:val>
                                            <p:strVal val="#ppt_x"/>
                                          </p:val>
                                        </p:tav>
                                        <p:tav tm="100000">
                                          <p:val>
                                            <p:strVal val="#ppt_x"/>
                                          </p:val>
                                        </p:tav>
                                      </p:tavLst>
                                    </p:anim>
                                    <p:anim calcmode="lin" valueType="num">
                                      <p:cBhvr>
                                        <p:cTn id="18" dur="1200" decel="100000" fill="hold"/>
                                        <p:tgtEl>
                                          <p:spTgt spid="6"/>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104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200"/>
                                        <p:tgtEl>
                                          <p:spTgt spid="7"/>
                                        </p:tgtEl>
                                      </p:cBhvr>
                                    </p:animEffect>
                                    <p:anim calcmode="lin" valueType="num">
                                      <p:cBhvr>
                                        <p:cTn id="22" dur="1200" decel="100000" fill="hold"/>
                                        <p:tgtEl>
                                          <p:spTgt spid="7"/>
                                        </p:tgtEl>
                                        <p:attrNameLst>
                                          <p:attrName>ppt_x</p:attrName>
                                        </p:attrNameLst>
                                      </p:cBhvr>
                                      <p:tavLst>
                                        <p:tav tm="0">
                                          <p:val>
                                            <p:strVal val="#ppt_x"/>
                                          </p:val>
                                        </p:tav>
                                        <p:tav tm="100000">
                                          <p:val>
                                            <p:strVal val="#ppt_x"/>
                                          </p:val>
                                        </p:tav>
                                      </p:tavLst>
                                    </p:anim>
                                    <p:anim calcmode="lin" valueType="num">
                                      <p:cBhvr>
                                        <p:cTn id="23" dur="1200" decel="100000" fill="hold"/>
                                        <p:tgtEl>
                                          <p:spTgt spid="7"/>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122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1200"/>
                                        <p:tgtEl>
                                          <p:spTgt spid="14"/>
                                        </p:tgtEl>
                                      </p:cBhvr>
                                    </p:animEffect>
                                    <p:anim calcmode="lin" valueType="num">
                                      <p:cBhvr>
                                        <p:cTn id="27" dur="1200" decel="100000" fill="hold"/>
                                        <p:tgtEl>
                                          <p:spTgt spid="14"/>
                                        </p:tgtEl>
                                        <p:attrNameLst>
                                          <p:attrName>ppt_x</p:attrName>
                                        </p:attrNameLst>
                                      </p:cBhvr>
                                      <p:tavLst>
                                        <p:tav tm="0">
                                          <p:val>
                                            <p:strVal val="#ppt_x"/>
                                          </p:val>
                                        </p:tav>
                                        <p:tav tm="100000">
                                          <p:val>
                                            <p:strVal val="#ppt_x"/>
                                          </p:val>
                                        </p:tav>
                                      </p:tavLst>
                                    </p:anim>
                                    <p:anim calcmode="lin" valueType="num">
                                      <p:cBhvr>
                                        <p:cTn id="28" dur="1200" decel="100000" fill="hold"/>
                                        <p:tgtEl>
                                          <p:spTgt spid="14"/>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140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200"/>
                                        <p:tgtEl>
                                          <p:spTgt spid="19"/>
                                        </p:tgtEl>
                                      </p:cBhvr>
                                    </p:animEffect>
                                    <p:anim calcmode="lin" valueType="num">
                                      <p:cBhvr>
                                        <p:cTn id="32" dur="1200" decel="100000" fill="hold"/>
                                        <p:tgtEl>
                                          <p:spTgt spid="19"/>
                                        </p:tgtEl>
                                        <p:attrNameLst>
                                          <p:attrName>ppt_x</p:attrName>
                                        </p:attrNameLst>
                                      </p:cBhvr>
                                      <p:tavLst>
                                        <p:tav tm="0">
                                          <p:val>
                                            <p:strVal val="#ppt_x"/>
                                          </p:val>
                                        </p:tav>
                                        <p:tav tm="100000">
                                          <p:val>
                                            <p:strVal val="#ppt_x"/>
                                          </p:val>
                                        </p:tav>
                                      </p:tavLst>
                                    </p:anim>
                                    <p:anim calcmode="lin" valueType="num">
                                      <p:cBhvr>
                                        <p:cTn id="33" dur="1200" decel="10000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158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1200"/>
                                        <p:tgtEl>
                                          <p:spTgt spid="29"/>
                                        </p:tgtEl>
                                      </p:cBhvr>
                                    </p:animEffect>
                                    <p:anim calcmode="lin" valueType="num">
                                      <p:cBhvr>
                                        <p:cTn id="37" dur="1200" decel="100000" fill="hold"/>
                                        <p:tgtEl>
                                          <p:spTgt spid="29"/>
                                        </p:tgtEl>
                                        <p:attrNameLst>
                                          <p:attrName>ppt_x</p:attrName>
                                        </p:attrNameLst>
                                      </p:cBhvr>
                                      <p:tavLst>
                                        <p:tav tm="0">
                                          <p:val>
                                            <p:strVal val="#ppt_x"/>
                                          </p:val>
                                        </p:tav>
                                        <p:tav tm="100000">
                                          <p:val>
                                            <p:strVal val="#ppt_x"/>
                                          </p:val>
                                        </p:tav>
                                      </p:tavLst>
                                    </p:anim>
                                    <p:anim calcmode="lin" valueType="num">
                                      <p:cBhvr>
                                        <p:cTn id="38" dur="1200" decel="100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 name="Placeholder Demo Text"/>
          <p:cNvSpPr txBox="1"/>
          <p:nvPr/>
        </p:nvSpPr>
        <p:spPr>
          <a:xfrm>
            <a:off x="12739337" y="3149052"/>
            <a:ext cx="9577386" cy="25648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8000" b="0">
                <a:solidFill>
                  <a:srgbClr val="242423"/>
                </a:solidFill>
                <a:latin typeface="Montserrat Bold"/>
                <a:ea typeface="Montserrat Bold"/>
                <a:cs typeface="Montserrat Bold"/>
                <a:sym typeface="Montserrat Bold"/>
              </a:defRPr>
            </a:lvl1pPr>
          </a:lstStyle>
          <a:p>
            <a:r>
              <a:rPr lang="ru-RU" b="1" dirty="0">
                <a:solidFill>
                  <a:schemeClr val="accent1"/>
                </a:solidFill>
                <a:latin typeface="Arial" panose="020B0604020202020204" pitchFamily="34" charset="0"/>
                <a:cs typeface="Arial" panose="020B0604020202020204" pitchFamily="34" charset="0"/>
              </a:rPr>
              <a:t>Внешний вид</a:t>
            </a:r>
            <a:endParaRPr lang="ru-RU" b="1" dirty="0">
              <a:solidFill>
                <a:schemeClr val="accent1"/>
              </a:solidFill>
              <a:latin typeface="Arial" panose="020B0604020202020204" pitchFamily="34" charset="0"/>
              <a:cs typeface="Arial" panose="020B0604020202020204" pitchFamily="34" charset="0"/>
            </a:endParaRPr>
          </a:p>
        </p:txBody>
      </p:sp>
      <p:sp>
        <p:nvSpPr>
          <p:cNvPr id="749" name="Lorem ipsum dolor sit amet, consectetur adipiscing elit, sed do eiusmod tempor incididunt ut labore et dolore magna aliqua. Arcu dictum varius duis at consectetur lorem donec. Volutpat maecenas volutpat blandit aliquam. Egestas quis ipsum suspendisse ult"/>
          <p:cNvSpPr txBox="1"/>
          <p:nvPr/>
        </p:nvSpPr>
        <p:spPr>
          <a:xfrm>
            <a:off x="12876215" y="5929313"/>
            <a:ext cx="9577386" cy="60585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l" defTabSz="457200">
              <a:lnSpc>
                <a:spcPct val="120000"/>
              </a:lnSpc>
              <a:defRPr sz="3000" b="0">
                <a:solidFill>
                  <a:srgbClr val="7F8189"/>
                </a:solidFill>
                <a:latin typeface="Arial"/>
                <a:ea typeface="Arial"/>
                <a:cs typeface="Arial"/>
                <a:sym typeface="Arial"/>
              </a:defRPr>
            </a:lvl1pPr>
          </a:lstStyle>
          <a:p>
            <a:pPr>
              <a:defRPr sz="3000" b="0">
                <a:solidFill>
                  <a:srgbClr val="7F8189"/>
                </a:solidFill>
                <a:latin typeface="Arial"/>
                <a:ea typeface="Arial"/>
                <a:cs typeface="Arial"/>
                <a:sym typeface="Arial"/>
              </a:defRPr>
            </a:pPr>
            <a:r>
              <a:rPr lang="ru-RU" sz="3000" dirty="0">
                <a:solidFill>
                  <a:schemeClr val="tx2"/>
                </a:solidFill>
                <a:latin typeface="Arial" panose="020B0604020202020204" pitchFamily="34" charset="0"/>
                <a:cs typeface="Arial" panose="020B0604020202020204" pitchFamily="34" charset="0"/>
              </a:rPr>
              <a:t>Для традиционных скинхедов характерны короткие стрижки, подтяжки, джинсы и массивная обувь.</a:t>
            </a:r>
            <a:endParaRPr lang="ru-RU" sz="3000" dirty="0">
              <a:solidFill>
                <a:schemeClr val="tx2"/>
              </a:solidFill>
              <a:latin typeface="Arial" panose="020B0604020202020204" pitchFamily="34" charset="0"/>
              <a:cs typeface="Arial" panose="020B0604020202020204" pitchFamily="34" charset="0"/>
            </a:endParaRPr>
          </a:p>
          <a:p>
            <a:pPr>
              <a:defRPr sz="3000" b="0">
                <a:solidFill>
                  <a:srgbClr val="7F8189"/>
                </a:solidFill>
                <a:latin typeface="Arial"/>
                <a:ea typeface="Arial"/>
                <a:cs typeface="Arial"/>
                <a:sym typeface="Arial"/>
              </a:defRPr>
            </a:pPr>
            <a:endParaRPr lang="ru-RU" sz="3000" dirty="0">
              <a:solidFill>
                <a:schemeClr val="tx2"/>
              </a:solidFill>
              <a:latin typeface="Arial" panose="020B0604020202020204" pitchFamily="34" charset="0"/>
              <a:cs typeface="Arial" panose="020B0604020202020204" pitchFamily="34" charset="0"/>
            </a:endParaRPr>
          </a:p>
          <a:p>
            <a:pPr>
              <a:defRPr sz="3000" b="0">
                <a:solidFill>
                  <a:srgbClr val="7F8189"/>
                </a:solidFill>
                <a:latin typeface="Arial"/>
                <a:ea typeface="Arial"/>
                <a:cs typeface="Arial"/>
                <a:sym typeface="Arial"/>
              </a:defRPr>
            </a:pPr>
            <a:r>
              <a:rPr lang="ru-RU" sz="3000" dirty="0">
                <a:solidFill>
                  <a:schemeClr val="tx2"/>
                </a:solidFill>
                <a:latin typeface="Arial" panose="020B0604020202020204" pitchFamily="34" charset="0"/>
                <a:cs typeface="Arial" panose="020B0604020202020204" pitchFamily="34" charset="0"/>
              </a:rPr>
              <a:t>Однако по внешнему виду нельзя точно определить взгляды человека.</a:t>
            </a:r>
            <a:endParaRPr lang="ru-RU" sz="3000" dirty="0">
              <a:solidFill>
                <a:schemeClr val="tx2"/>
              </a:solidFill>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5C9A63CC-13DB-6542-980A-FA2126F59F31}"/>
              </a:ext>
            </a:extLst>
          </p:cNvPr>
          <p:cNvGrpSpPr/>
          <p:nvPr/>
        </p:nvGrpSpPr>
        <p:grpSpPr>
          <a:xfrm>
            <a:off x="1427164" y="4110623"/>
            <a:ext cx="10477497" cy="1270001"/>
            <a:chOff x="2158307" y="3718876"/>
            <a:chExt cx="10477497" cy="1270001"/>
          </a:xfrm>
        </p:grpSpPr>
        <p:sp>
          <p:nvSpPr>
            <p:cNvPr id="762" name="Rounded Rectangle"/>
            <p:cNvSpPr/>
            <p:nvPr/>
          </p:nvSpPr>
          <p:spPr>
            <a:xfrm>
              <a:off x="2158307" y="3718876"/>
              <a:ext cx="10477497" cy="1270001"/>
            </a:xfrm>
            <a:prstGeom prst="roundRect">
              <a:avLst>
                <a:gd name="adj" fmla="val 30239"/>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sp>
          <p:nvSpPr>
            <p:cNvPr id="763" name="Circle"/>
            <p:cNvSpPr/>
            <p:nvPr/>
          </p:nvSpPr>
          <p:spPr>
            <a:xfrm>
              <a:off x="2536210" y="4060733"/>
              <a:ext cx="560887" cy="560887"/>
            </a:xfrm>
            <a:prstGeom prst="ellipse">
              <a:avLst/>
            </a:prstGeom>
            <a:solidFill>
              <a:schemeClr val="bg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sp>
          <p:nvSpPr>
            <p:cNvPr id="764" name="Lorem ipsum dolor sit amet, consectetur adipiscing elit, sed do eiusmod tempor incididunt ut labore et dolore magna."/>
            <p:cNvSpPr txBox="1"/>
            <p:nvPr/>
          </p:nvSpPr>
          <p:spPr>
            <a:xfrm>
              <a:off x="3495978" y="3932641"/>
              <a:ext cx="8779466" cy="8780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defTabSz="457200">
                <a:lnSpc>
                  <a:spcPct val="120000"/>
                </a:lnSpc>
                <a:defRPr sz="2800" b="0">
                  <a:solidFill>
                    <a:srgbClr val="F0F0F0"/>
                  </a:solidFill>
                  <a:latin typeface="Arial"/>
                  <a:ea typeface="Arial"/>
                  <a:cs typeface="Arial"/>
                  <a:sym typeface="Arial"/>
                </a:defRPr>
              </a:lvl1pPr>
            </a:lstStyle>
            <a:p>
              <a:r>
                <a:rPr lang="ru-RU" sz="2800" dirty="0">
                  <a:solidFill>
                    <a:schemeClr val="bg2"/>
                  </a:solidFill>
                  <a:latin typeface="Arial" panose="020B0604020202020204" pitchFamily="34" charset="0"/>
                  <a:cs typeface="Arial" panose="020B0604020202020204" pitchFamily="34" charset="0"/>
                </a:rPr>
                <a:t>Короткие стрижки</a:t>
              </a:r>
              <a:endParaRPr lang="ru-RU" sz="2800" dirty="0">
                <a:solidFill>
                  <a:schemeClr val="bg2"/>
                </a:solidFill>
                <a:latin typeface="Arial" panose="020B0604020202020204" pitchFamily="34" charset="0"/>
                <a:cs typeface="Arial" panose="020B0604020202020204" pitchFamily="34" charset="0"/>
              </a:endParaRPr>
            </a:p>
          </p:txBody>
        </p:sp>
        <p:sp>
          <p:nvSpPr>
            <p:cNvPr id="768" name="Shape"/>
            <p:cNvSpPr/>
            <p:nvPr/>
          </p:nvSpPr>
          <p:spPr>
            <a:xfrm>
              <a:off x="2728075" y="4255036"/>
              <a:ext cx="172282" cy="172282"/>
            </a:xfrm>
            <a:custGeom>
              <a:avLst/>
              <a:gdLst/>
              <a:ahLst/>
              <a:cxnLst>
                <a:cxn ang="0">
                  <a:pos x="wd2" y="hd2"/>
                </a:cxn>
                <a:cxn ang="5400000">
                  <a:pos x="wd2" y="hd2"/>
                </a:cxn>
                <a:cxn ang="10800000">
                  <a:pos x="wd2" y="hd2"/>
                </a:cxn>
                <a:cxn ang="16200000">
                  <a:pos x="wd2" y="hd2"/>
                </a:cxn>
              </a:cxnLst>
              <a:rect l="0" t="0" r="r" b="b"/>
              <a:pathLst>
                <a:path w="21398" h="21398" extrusionOk="0">
                  <a:moveTo>
                    <a:pt x="3239" y="1"/>
                  </a:moveTo>
                  <a:cubicBezTo>
                    <a:pt x="2772" y="1"/>
                    <a:pt x="2301" y="101"/>
                    <a:pt x="1867" y="303"/>
                  </a:cubicBezTo>
                  <a:cubicBezTo>
                    <a:pt x="1525" y="463"/>
                    <a:pt x="1219" y="678"/>
                    <a:pt x="952" y="945"/>
                  </a:cubicBezTo>
                  <a:cubicBezTo>
                    <a:pt x="685" y="1212"/>
                    <a:pt x="463" y="1525"/>
                    <a:pt x="303" y="1867"/>
                  </a:cubicBezTo>
                  <a:cubicBezTo>
                    <a:pt x="-101" y="2734"/>
                    <a:pt x="-101" y="3736"/>
                    <a:pt x="303" y="4603"/>
                  </a:cubicBezTo>
                  <a:cubicBezTo>
                    <a:pt x="564" y="5140"/>
                    <a:pt x="1165" y="5738"/>
                    <a:pt x="2162" y="6735"/>
                  </a:cubicBezTo>
                  <a:lnTo>
                    <a:pt x="6123" y="10695"/>
                  </a:lnTo>
                  <a:lnTo>
                    <a:pt x="2162" y="14663"/>
                  </a:lnTo>
                  <a:cubicBezTo>
                    <a:pt x="1166" y="15660"/>
                    <a:pt x="564" y="16258"/>
                    <a:pt x="303" y="16795"/>
                  </a:cubicBezTo>
                  <a:cubicBezTo>
                    <a:pt x="-101" y="17662"/>
                    <a:pt x="-101" y="18656"/>
                    <a:pt x="303" y="19524"/>
                  </a:cubicBezTo>
                  <a:cubicBezTo>
                    <a:pt x="463" y="19866"/>
                    <a:pt x="685" y="20179"/>
                    <a:pt x="952" y="20446"/>
                  </a:cubicBezTo>
                  <a:cubicBezTo>
                    <a:pt x="1219" y="20713"/>
                    <a:pt x="1525" y="20935"/>
                    <a:pt x="1867" y="21095"/>
                  </a:cubicBezTo>
                  <a:cubicBezTo>
                    <a:pt x="2734" y="21499"/>
                    <a:pt x="3736" y="21499"/>
                    <a:pt x="4603" y="21095"/>
                  </a:cubicBezTo>
                  <a:cubicBezTo>
                    <a:pt x="5140" y="20834"/>
                    <a:pt x="5738" y="20233"/>
                    <a:pt x="6735" y="19236"/>
                  </a:cubicBezTo>
                  <a:lnTo>
                    <a:pt x="10703" y="15275"/>
                  </a:lnTo>
                  <a:lnTo>
                    <a:pt x="14663" y="19236"/>
                  </a:lnTo>
                  <a:cubicBezTo>
                    <a:pt x="15660" y="20233"/>
                    <a:pt x="16258" y="20834"/>
                    <a:pt x="16795" y="21095"/>
                  </a:cubicBezTo>
                  <a:cubicBezTo>
                    <a:pt x="17662" y="21499"/>
                    <a:pt x="18664" y="21499"/>
                    <a:pt x="19531" y="21095"/>
                  </a:cubicBezTo>
                  <a:cubicBezTo>
                    <a:pt x="19873" y="20935"/>
                    <a:pt x="20186" y="20713"/>
                    <a:pt x="20453" y="20446"/>
                  </a:cubicBezTo>
                  <a:cubicBezTo>
                    <a:pt x="20720" y="20179"/>
                    <a:pt x="20935" y="19866"/>
                    <a:pt x="21095" y="19524"/>
                  </a:cubicBezTo>
                  <a:cubicBezTo>
                    <a:pt x="21499" y="18656"/>
                    <a:pt x="21499" y="17662"/>
                    <a:pt x="21095" y="16795"/>
                  </a:cubicBezTo>
                  <a:cubicBezTo>
                    <a:pt x="20834" y="16258"/>
                    <a:pt x="20240" y="15660"/>
                    <a:pt x="19243" y="14663"/>
                  </a:cubicBezTo>
                  <a:lnTo>
                    <a:pt x="15275" y="10695"/>
                  </a:lnTo>
                  <a:lnTo>
                    <a:pt x="19243" y="6735"/>
                  </a:lnTo>
                  <a:cubicBezTo>
                    <a:pt x="20240" y="5738"/>
                    <a:pt x="20834" y="5140"/>
                    <a:pt x="21095" y="4603"/>
                  </a:cubicBezTo>
                  <a:cubicBezTo>
                    <a:pt x="21499" y="3736"/>
                    <a:pt x="21499" y="2734"/>
                    <a:pt x="21095" y="1867"/>
                  </a:cubicBezTo>
                  <a:cubicBezTo>
                    <a:pt x="20935" y="1525"/>
                    <a:pt x="20720" y="1212"/>
                    <a:pt x="20453" y="945"/>
                  </a:cubicBezTo>
                  <a:cubicBezTo>
                    <a:pt x="20186" y="678"/>
                    <a:pt x="19873" y="463"/>
                    <a:pt x="19531" y="303"/>
                  </a:cubicBezTo>
                  <a:cubicBezTo>
                    <a:pt x="18664" y="-101"/>
                    <a:pt x="17662" y="-101"/>
                    <a:pt x="16795" y="303"/>
                  </a:cubicBezTo>
                  <a:cubicBezTo>
                    <a:pt x="16258" y="564"/>
                    <a:pt x="15660" y="1158"/>
                    <a:pt x="14663" y="2155"/>
                  </a:cubicBezTo>
                  <a:lnTo>
                    <a:pt x="10703" y="6123"/>
                  </a:lnTo>
                  <a:lnTo>
                    <a:pt x="6735" y="2155"/>
                  </a:lnTo>
                  <a:cubicBezTo>
                    <a:pt x="5738" y="1158"/>
                    <a:pt x="5140" y="564"/>
                    <a:pt x="4603" y="303"/>
                  </a:cubicBezTo>
                  <a:cubicBezTo>
                    <a:pt x="4170" y="101"/>
                    <a:pt x="3706" y="1"/>
                    <a:pt x="3239" y="1"/>
                  </a:cubicBezTo>
                  <a:close/>
                </a:path>
              </a:pathLst>
            </a:custGeom>
            <a:solidFill>
              <a:schemeClr val="accent3"/>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grpSp>
      <p:grpSp>
        <p:nvGrpSpPr>
          <p:cNvPr id="3" name="Group 2">
            <a:extLst>
              <a:ext uri="{FF2B5EF4-FFF2-40B4-BE49-F238E27FC236}">
                <a16:creationId xmlns:a16="http://schemas.microsoft.com/office/drawing/2014/main" id="{5457EEDA-078F-E949-A071-8DAEF8E67509}"/>
              </a:ext>
            </a:extLst>
          </p:cNvPr>
          <p:cNvGrpSpPr/>
          <p:nvPr/>
        </p:nvGrpSpPr>
        <p:grpSpPr>
          <a:xfrm>
            <a:off x="1427163" y="5740045"/>
            <a:ext cx="10477499" cy="1270001"/>
            <a:chOff x="2158308" y="5211126"/>
            <a:chExt cx="10477500" cy="1270001"/>
          </a:xfrm>
        </p:grpSpPr>
        <p:sp>
          <p:nvSpPr>
            <p:cNvPr id="765" name="Rounded Rectangle"/>
            <p:cNvSpPr/>
            <p:nvPr/>
          </p:nvSpPr>
          <p:spPr>
            <a:xfrm>
              <a:off x="2158308" y="5211126"/>
              <a:ext cx="10477500" cy="1270001"/>
            </a:xfrm>
            <a:prstGeom prst="roundRect">
              <a:avLst>
                <a:gd name="adj" fmla="val 30239"/>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sp>
          <p:nvSpPr>
            <p:cNvPr id="766" name="Circle"/>
            <p:cNvSpPr/>
            <p:nvPr/>
          </p:nvSpPr>
          <p:spPr>
            <a:xfrm>
              <a:off x="2536210" y="5552983"/>
              <a:ext cx="560887" cy="560887"/>
            </a:xfrm>
            <a:prstGeom prst="ellipse">
              <a:avLst/>
            </a:prstGeom>
            <a:solidFill>
              <a:schemeClr val="bg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sp>
          <p:nvSpPr>
            <p:cNvPr id="767" name="Lorem ipsum dolor sit amet, consectetur adipiscing elit, sed do eiusmod tempor incididunt ut labore et dolore magna."/>
            <p:cNvSpPr txBox="1"/>
            <p:nvPr/>
          </p:nvSpPr>
          <p:spPr>
            <a:xfrm>
              <a:off x="3495977" y="5424891"/>
              <a:ext cx="7776220" cy="877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lnSpc>
                  <a:spcPct val="120000"/>
                </a:lnSpc>
                <a:defRPr sz="2800" b="0">
                  <a:solidFill>
                    <a:srgbClr val="F0F0F0"/>
                  </a:solidFill>
                  <a:latin typeface="Arial"/>
                  <a:ea typeface="Arial"/>
                  <a:cs typeface="Arial"/>
                  <a:sym typeface="Arial"/>
                </a:defRPr>
              </a:lvl1pPr>
            </a:lstStyle>
            <a:p>
              <a:r>
                <a:rPr lang="ru-RU" sz="2800" dirty="0">
                  <a:solidFill>
                    <a:schemeClr val="bg2"/>
                  </a:solidFill>
                  <a:latin typeface="Arial" panose="020B0604020202020204" pitchFamily="34" charset="0"/>
                  <a:cs typeface="Arial" panose="020B0604020202020204" pitchFamily="34" charset="0"/>
                </a:rPr>
                <a:t>Подтяжки</a:t>
              </a:r>
              <a:endParaRPr lang="ru-RU" sz="2800" dirty="0">
                <a:solidFill>
                  <a:schemeClr val="bg2"/>
                </a:solidFill>
                <a:latin typeface="Arial" panose="020B0604020202020204" pitchFamily="34" charset="0"/>
                <a:cs typeface="Arial" panose="020B0604020202020204" pitchFamily="34" charset="0"/>
              </a:endParaRPr>
            </a:p>
          </p:txBody>
        </p:sp>
        <p:sp>
          <p:nvSpPr>
            <p:cNvPr id="769" name="Shape"/>
            <p:cNvSpPr/>
            <p:nvPr/>
          </p:nvSpPr>
          <p:spPr>
            <a:xfrm>
              <a:off x="2743212" y="5750259"/>
              <a:ext cx="172283" cy="172282"/>
            </a:xfrm>
            <a:custGeom>
              <a:avLst/>
              <a:gdLst/>
              <a:ahLst/>
              <a:cxnLst>
                <a:cxn ang="0">
                  <a:pos x="wd2" y="hd2"/>
                </a:cxn>
                <a:cxn ang="5400000">
                  <a:pos x="wd2" y="hd2"/>
                </a:cxn>
                <a:cxn ang="10800000">
                  <a:pos x="wd2" y="hd2"/>
                </a:cxn>
                <a:cxn ang="16200000">
                  <a:pos x="wd2" y="hd2"/>
                </a:cxn>
              </a:cxnLst>
              <a:rect l="0" t="0" r="r" b="b"/>
              <a:pathLst>
                <a:path w="21398" h="21398" extrusionOk="0">
                  <a:moveTo>
                    <a:pt x="3239" y="1"/>
                  </a:moveTo>
                  <a:cubicBezTo>
                    <a:pt x="2772" y="1"/>
                    <a:pt x="2301" y="101"/>
                    <a:pt x="1867" y="303"/>
                  </a:cubicBezTo>
                  <a:cubicBezTo>
                    <a:pt x="1525" y="463"/>
                    <a:pt x="1219" y="678"/>
                    <a:pt x="952" y="945"/>
                  </a:cubicBezTo>
                  <a:cubicBezTo>
                    <a:pt x="685" y="1212"/>
                    <a:pt x="463" y="1525"/>
                    <a:pt x="303" y="1867"/>
                  </a:cubicBezTo>
                  <a:cubicBezTo>
                    <a:pt x="-101" y="2734"/>
                    <a:pt x="-101" y="3736"/>
                    <a:pt x="303" y="4603"/>
                  </a:cubicBezTo>
                  <a:cubicBezTo>
                    <a:pt x="564" y="5140"/>
                    <a:pt x="1165" y="5738"/>
                    <a:pt x="2162" y="6735"/>
                  </a:cubicBezTo>
                  <a:lnTo>
                    <a:pt x="6123" y="10695"/>
                  </a:lnTo>
                  <a:lnTo>
                    <a:pt x="2162" y="14663"/>
                  </a:lnTo>
                  <a:cubicBezTo>
                    <a:pt x="1166" y="15660"/>
                    <a:pt x="564" y="16258"/>
                    <a:pt x="303" y="16795"/>
                  </a:cubicBezTo>
                  <a:cubicBezTo>
                    <a:pt x="-101" y="17662"/>
                    <a:pt x="-101" y="18656"/>
                    <a:pt x="303" y="19524"/>
                  </a:cubicBezTo>
                  <a:cubicBezTo>
                    <a:pt x="463" y="19866"/>
                    <a:pt x="685" y="20179"/>
                    <a:pt x="952" y="20446"/>
                  </a:cubicBezTo>
                  <a:cubicBezTo>
                    <a:pt x="1219" y="20713"/>
                    <a:pt x="1525" y="20935"/>
                    <a:pt x="1867" y="21095"/>
                  </a:cubicBezTo>
                  <a:cubicBezTo>
                    <a:pt x="2734" y="21499"/>
                    <a:pt x="3736" y="21499"/>
                    <a:pt x="4603" y="21095"/>
                  </a:cubicBezTo>
                  <a:cubicBezTo>
                    <a:pt x="5140" y="20834"/>
                    <a:pt x="5738" y="20233"/>
                    <a:pt x="6735" y="19236"/>
                  </a:cubicBezTo>
                  <a:lnTo>
                    <a:pt x="10703" y="15275"/>
                  </a:lnTo>
                  <a:lnTo>
                    <a:pt x="14663" y="19236"/>
                  </a:lnTo>
                  <a:cubicBezTo>
                    <a:pt x="15660" y="20233"/>
                    <a:pt x="16258" y="20834"/>
                    <a:pt x="16795" y="21095"/>
                  </a:cubicBezTo>
                  <a:cubicBezTo>
                    <a:pt x="17662" y="21499"/>
                    <a:pt x="18664" y="21499"/>
                    <a:pt x="19531" y="21095"/>
                  </a:cubicBezTo>
                  <a:cubicBezTo>
                    <a:pt x="19873" y="20935"/>
                    <a:pt x="20186" y="20713"/>
                    <a:pt x="20453" y="20446"/>
                  </a:cubicBezTo>
                  <a:cubicBezTo>
                    <a:pt x="20720" y="20179"/>
                    <a:pt x="20935" y="19866"/>
                    <a:pt x="21095" y="19524"/>
                  </a:cubicBezTo>
                  <a:cubicBezTo>
                    <a:pt x="21499" y="18656"/>
                    <a:pt x="21499" y="17662"/>
                    <a:pt x="21095" y="16795"/>
                  </a:cubicBezTo>
                  <a:cubicBezTo>
                    <a:pt x="20834" y="16258"/>
                    <a:pt x="20240" y="15660"/>
                    <a:pt x="19243" y="14663"/>
                  </a:cubicBezTo>
                  <a:lnTo>
                    <a:pt x="15275" y="10695"/>
                  </a:lnTo>
                  <a:lnTo>
                    <a:pt x="19243" y="6735"/>
                  </a:lnTo>
                  <a:cubicBezTo>
                    <a:pt x="20240" y="5738"/>
                    <a:pt x="20834" y="5140"/>
                    <a:pt x="21095" y="4603"/>
                  </a:cubicBezTo>
                  <a:cubicBezTo>
                    <a:pt x="21499" y="3736"/>
                    <a:pt x="21499" y="2734"/>
                    <a:pt x="21095" y="1867"/>
                  </a:cubicBezTo>
                  <a:cubicBezTo>
                    <a:pt x="20935" y="1525"/>
                    <a:pt x="20720" y="1212"/>
                    <a:pt x="20453" y="945"/>
                  </a:cubicBezTo>
                  <a:cubicBezTo>
                    <a:pt x="20186" y="678"/>
                    <a:pt x="19873" y="463"/>
                    <a:pt x="19531" y="303"/>
                  </a:cubicBezTo>
                  <a:cubicBezTo>
                    <a:pt x="18664" y="-101"/>
                    <a:pt x="17662" y="-101"/>
                    <a:pt x="16795" y="303"/>
                  </a:cubicBezTo>
                  <a:cubicBezTo>
                    <a:pt x="16258" y="564"/>
                    <a:pt x="15660" y="1158"/>
                    <a:pt x="14663" y="2155"/>
                  </a:cubicBezTo>
                  <a:lnTo>
                    <a:pt x="10703" y="6123"/>
                  </a:lnTo>
                  <a:lnTo>
                    <a:pt x="6735" y="2155"/>
                  </a:lnTo>
                  <a:cubicBezTo>
                    <a:pt x="5738" y="1158"/>
                    <a:pt x="5140" y="564"/>
                    <a:pt x="4603" y="303"/>
                  </a:cubicBezTo>
                  <a:cubicBezTo>
                    <a:pt x="4170" y="101"/>
                    <a:pt x="3706" y="1"/>
                    <a:pt x="3239" y="1"/>
                  </a:cubicBezTo>
                  <a:close/>
                </a:path>
              </a:pathLst>
            </a:custGeom>
            <a:solidFill>
              <a:schemeClr val="accent3"/>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grpSp>
      <p:grpSp>
        <p:nvGrpSpPr>
          <p:cNvPr id="4" name="Group 3">
            <a:extLst>
              <a:ext uri="{FF2B5EF4-FFF2-40B4-BE49-F238E27FC236}">
                <a16:creationId xmlns:a16="http://schemas.microsoft.com/office/drawing/2014/main" id="{FA92601E-AFD5-7844-AF38-14DF0758A9CF}"/>
              </a:ext>
            </a:extLst>
          </p:cNvPr>
          <p:cNvGrpSpPr/>
          <p:nvPr/>
        </p:nvGrpSpPr>
        <p:grpSpPr>
          <a:xfrm>
            <a:off x="1427163" y="7369465"/>
            <a:ext cx="10477499" cy="1270001"/>
            <a:chOff x="2158308" y="6703376"/>
            <a:chExt cx="10477498" cy="1270001"/>
          </a:xfrm>
        </p:grpSpPr>
        <p:sp>
          <p:nvSpPr>
            <p:cNvPr id="753" name="Rounded Rectangle"/>
            <p:cNvSpPr/>
            <p:nvPr/>
          </p:nvSpPr>
          <p:spPr>
            <a:xfrm>
              <a:off x="2158308" y="6703376"/>
              <a:ext cx="10477498" cy="1270001"/>
            </a:xfrm>
            <a:prstGeom prst="roundRect">
              <a:avLst>
                <a:gd name="adj" fmla="val 30239"/>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sp>
          <p:nvSpPr>
            <p:cNvPr id="754" name="Circle"/>
            <p:cNvSpPr/>
            <p:nvPr/>
          </p:nvSpPr>
          <p:spPr>
            <a:xfrm>
              <a:off x="2536210" y="7045234"/>
              <a:ext cx="560887" cy="560886"/>
            </a:xfrm>
            <a:prstGeom prst="ellipse">
              <a:avLst/>
            </a:prstGeom>
            <a:solidFill>
              <a:schemeClr val="bg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sp>
          <p:nvSpPr>
            <p:cNvPr id="755" name="Lorem ipsum dolor sit amet, consectetur adipiscing elit, sed do eiusmod tempor incididunt ut labore et dolore magna."/>
            <p:cNvSpPr txBox="1"/>
            <p:nvPr/>
          </p:nvSpPr>
          <p:spPr>
            <a:xfrm>
              <a:off x="3495977" y="6917141"/>
              <a:ext cx="7776218" cy="877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lnSpc>
                  <a:spcPct val="120000"/>
                </a:lnSpc>
                <a:defRPr sz="2800" b="0">
                  <a:solidFill>
                    <a:srgbClr val="F0F0F0"/>
                  </a:solidFill>
                  <a:latin typeface="Arial"/>
                  <a:ea typeface="Arial"/>
                  <a:cs typeface="Arial"/>
                  <a:sym typeface="Arial"/>
                </a:defRPr>
              </a:lvl1pPr>
            </a:lstStyle>
            <a:p>
              <a:r>
                <a:rPr lang="ru-RU" sz="2800" dirty="0">
                  <a:solidFill>
                    <a:schemeClr val="bg2"/>
                  </a:solidFill>
                  <a:latin typeface="Arial" panose="020B0604020202020204" pitchFamily="34" charset="0"/>
                  <a:cs typeface="Arial" panose="020B0604020202020204" pitchFamily="34" charset="0"/>
                </a:rPr>
                <a:t>Джинсы</a:t>
              </a:r>
              <a:endParaRPr lang="ru-RU" sz="2800" dirty="0">
                <a:solidFill>
                  <a:schemeClr val="bg2"/>
                </a:solidFill>
                <a:latin typeface="Arial" panose="020B0604020202020204" pitchFamily="34" charset="0"/>
                <a:cs typeface="Arial" panose="020B0604020202020204" pitchFamily="34" charset="0"/>
              </a:endParaRPr>
            </a:p>
          </p:txBody>
        </p:sp>
        <p:sp>
          <p:nvSpPr>
            <p:cNvPr id="770" name="Shape"/>
            <p:cNvSpPr/>
            <p:nvPr/>
          </p:nvSpPr>
          <p:spPr>
            <a:xfrm>
              <a:off x="2737690" y="7235607"/>
              <a:ext cx="172283" cy="172282"/>
            </a:xfrm>
            <a:custGeom>
              <a:avLst/>
              <a:gdLst/>
              <a:ahLst/>
              <a:cxnLst>
                <a:cxn ang="0">
                  <a:pos x="wd2" y="hd2"/>
                </a:cxn>
                <a:cxn ang="5400000">
                  <a:pos x="wd2" y="hd2"/>
                </a:cxn>
                <a:cxn ang="10800000">
                  <a:pos x="wd2" y="hd2"/>
                </a:cxn>
                <a:cxn ang="16200000">
                  <a:pos x="wd2" y="hd2"/>
                </a:cxn>
              </a:cxnLst>
              <a:rect l="0" t="0" r="r" b="b"/>
              <a:pathLst>
                <a:path w="21398" h="21398" extrusionOk="0">
                  <a:moveTo>
                    <a:pt x="3239" y="1"/>
                  </a:moveTo>
                  <a:cubicBezTo>
                    <a:pt x="2772" y="1"/>
                    <a:pt x="2301" y="101"/>
                    <a:pt x="1867" y="303"/>
                  </a:cubicBezTo>
                  <a:cubicBezTo>
                    <a:pt x="1525" y="463"/>
                    <a:pt x="1219" y="678"/>
                    <a:pt x="952" y="945"/>
                  </a:cubicBezTo>
                  <a:cubicBezTo>
                    <a:pt x="685" y="1212"/>
                    <a:pt x="463" y="1525"/>
                    <a:pt x="303" y="1867"/>
                  </a:cubicBezTo>
                  <a:cubicBezTo>
                    <a:pt x="-101" y="2734"/>
                    <a:pt x="-101" y="3736"/>
                    <a:pt x="303" y="4603"/>
                  </a:cubicBezTo>
                  <a:cubicBezTo>
                    <a:pt x="564" y="5140"/>
                    <a:pt x="1165" y="5738"/>
                    <a:pt x="2162" y="6735"/>
                  </a:cubicBezTo>
                  <a:lnTo>
                    <a:pt x="6123" y="10695"/>
                  </a:lnTo>
                  <a:lnTo>
                    <a:pt x="2162" y="14663"/>
                  </a:lnTo>
                  <a:cubicBezTo>
                    <a:pt x="1166" y="15660"/>
                    <a:pt x="564" y="16258"/>
                    <a:pt x="303" y="16795"/>
                  </a:cubicBezTo>
                  <a:cubicBezTo>
                    <a:pt x="-101" y="17662"/>
                    <a:pt x="-101" y="18656"/>
                    <a:pt x="303" y="19524"/>
                  </a:cubicBezTo>
                  <a:cubicBezTo>
                    <a:pt x="463" y="19866"/>
                    <a:pt x="685" y="20179"/>
                    <a:pt x="952" y="20446"/>
                  </a:cubicBezTo>
                  <a:cubicBezTo>
                    <a:pt x="1219" y="20713"/>
                    <a:pt x="1525" y="20935"/>
                    <a:pt x="1867" y="21095"/>
                  </a:cubicBezTo>
                  <a:cubicBezTo>
                    <a:pt x="2734" y="21499"/>
                    <a:pt x="3736" y="21499"/>
                    <a:pt x="4603" y="21095"/>
                  </a:cubicBezTo>
                  <a:cubicBezTo>
                    <a:pt x="5140" y="20834"/>
                    <a:pt x="5738" y="20233"/>
                    <a:pt x="6735" y="19236"/>
                  </a:cubicBezTo>
                  <a:lnTo>
                    <a:pt x="10703" y="15275"/>
                  </a:lnTo>
                  <a:lnTo>
                    <a:pt x="14663" y="19236"/>
                  </a:lnTo>
                  <a:cubicBezTo>
                    <a:pt x="15660" y="20233"/>
                    <a:pt x="16258" y="20834"/>
                    <a:pt x="16795" y="21095"/>
                  </a:cubicBezTo>
                  <a:cubicBezTo>
                    <a:pt x="17662" y="21499"/>
                    <a:pt x="18664" y="21499"/>
                    <a:pt x="19531" y="21095"/>
                  </a:cubicBezTo>
                  <a:cubicBezTo>
                    <a:pt x="19873" y="20935"/>
                    <a:pt x="20186" y="20713"/>
                    <a:pt x="20453" y="20446"/>
                  </a:cubicBezTo>
                  <a:cubicBezTo>
                    <a:pt x="20720" y="20179"/>
                    <a:pt x="20935" y="19866"/>
                    <a:pt x="21095" y="19524"/>
                  </a:cubicBezTo>
                  <a:cubicBezTo>
                    <a:pt x="21499" y="18656"/>
                    <a:pt x="21499" y="17662"/>
                    <a:pt x="21095" y="16795"/>
                  </a:cubicBezTo>
                  <a:cubicBezTo>
                    <a:pt x="20834" y="16258"/>
                    <a:pt x="20240" y="15660"/>
                    <a:pt x="19243" y="14663"/>
                  </a:cubicBezTo>
                  <a:lnTo>
                    <a:pt x="15275" y="10695"/>
                  </a:lnTo>
                  <a:lnTo>
                    <a:pt x="19243" y="6735"/>
                  </a:lnTo>
                  <a:cubicBezTo>
                    <a:pt x="20240" y="5738"/>
                    <a:pt x="20834" y="5140"/>
                    <a:pt x="21095" y="4603"/>
                  </a:cubicBezTo>
                  <a:cubicBezTo>
                    <a:pt x="21499" y="3736"/>
                    <a:pt x="21499" y="2734"/>
                    <a:pt x="21095" y="1867"/>
                  </a:cubicBezTo>
                  <a:cubicBezTo>
                    <a:pt x="20935" y="1525"/>
                    <a:pt x="20720" y="1212"/>
                    <a:pt x="20453" y="945"/>
                  </a:cubicBezTo>
                  <a:cubicBezTo>
                    <a:pt x="20186" y="678"/>
                    <a:pt x="19873" y="463"/>
                    <a:pt x="19531" y="303"/>
                  </a:cubicBezTo>
                  <a:cubicBezTo>
                    <a:pt x="18664" y="-101"/>
                    <a:pt x="17662" y="-101"/>
                    <a:pt x="16795" y="303"/>
                  </a:cubicBezTo>
                  <a:cubicBezTo>
                    <a:pt x="16258" y="564"/>
                    <a:pt x="15660" y="1158"/>
                    <a:pt x="14663" y="2155"/>
                  </a:cubicBezTo>
                  <a:lnTo>
                    <a:pt x="10703" y="6123"/>
                  </a:lnTo>
                  <a:lnTo>
                    <a:pt x="6735" y="2155"/>
                  </a:lnTo>
                  <a:cubicBezTo>
                    <a:pt x="5738" y="1158"/>
                    <a:pt x="5140" y="564"/>
                    <a:pt x="4603" y="303"/>
                  </a:cubicBezTo>
                  <a:cubicBezTo>
                    <a:pt x="4170" y="101"/>
                    <a:pt x="3706" y="1"/>
                    <a:pt x="3239" y="1"/>
                  </a:cubicBezTo>
                  <a:close/>
                </a:path>
              </a:pathLst>
            </a:custGeom>
            <a:solidFill>
              <a:schemeClr val="accent3"/>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grpSp>
      <p:grpSp>
        <p:nvGrpSpPr>
          <p:cNvPr id="5" name="Group 4">
            <a:extLst>
              <a:ext uri="{FF2B5EF4-FFF2-40B4-BE49-F238E27FC236}">
                <a16:creationId xmlns:a16="http://schemas.microsoft.com/office/drawing/2014/main" id="{F317B347-D8D1-0043-85EA-3ED05A8E808A}"/>
              </a:ext>
            </a:extLst>
          </p:cNvPr>
          <p:cNvGrpSpPr/>
          <p:nvPr/>
        </p:nvGrpSpPr>
        <p:grpSpPr>
          <a:xfrm>
            <a:off x="1427163" y="8998887"/>
            <a:ext cx="10477499" cy="1270001"/>
            <a:chOff x="2158307" y="8195626"/>
            <a:chExt cx="10477499" cy="1270001"/>
          </a:xfrm>
        </p:grpSpPr>
        <p:sp>
          <p:nvSpPr>
            <p:cNvPr id="756" name="Rounded Rectangle"/>
            <p:cNvSpPr/>
            <p:nvPr/>
          </p:nvSpPr>
          <p:spPr>
            <a:xfrm>
              <a:off x="2158307" y="8195626"/>
              <a:ext cx="10477499" cy="1270001"/>
            </a:xfrm>
            <a:prstGeom prst="roundRect">
              <a:avLst>
                <a:gd name="adj" fmla="val 30239"/>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sp>
          <p:nvSpPr>
            <p:cNvPr id="757" name="Circle"/>
            <p:cNvSpPr/>
            <p:nvPr/>
          </p:nvSpPr>
          <p:spPr>
            <a:xfrm>
              <a:off x="2536210" y="8537484"/>
              <a:ext cx="560887" cy="560886"/>
            </a:xfrm>
            <a:prstGeom prst="ellipse">
              <a:avLst/>
            </a:prstGeom>
            <a:solidFill>
              <a:schemeClr val="bg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sp>
          <p:nvSpPr>
            <p:cNvPr id="758" name="Lorem ipsum dolor sit amet, consectetur adipiscing elit, sed do eiusmod tempor incididunt ut labore et dolore magna."/>
            <p:cNvSpPr txBox="1"/>
            <p:nvPr/>
          </p:nvSpPr>
          <p:spPr>
            <a:xfrm>
              <a:off x="3495978" y="8409391"/>
              <a:ext cx="7776219" cy="877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lnSpc>
                  <a:spcPct val="120000"/>
                </a:lnSpc>
                <a:defRPr sz="2800" b="0">
                  <a:solidFill>
                    <a:srgbClr val="F0F0F0"/>
                  </a:solidFill>
                  <a:latin typeface="Arial"/>
                  <a:ea typeface="Arial"/>
                  <a:cs typeface="Arial"/>
                  <a:sym typeface="Arial"/>
                </a:defRPr>
              </a:lvl1pPr>
            </a:lstStyle>
            <a:p>
              <a:r>
                <a:rPr lang="ru-RU" sz="2800" dirty="0">
                  <a:solidFill>
                    <a:schemeClr val="bg2"/>
                  </a:solidFill>
                  <a:latin typeface="Arial" panose="020B0604020202020204" pitchFamily="34" charset="0"/>
                  <a:cs typeface="Arial" panose="020B0604020202020204" pitchFamily="34" charset="0"/>
                </a:rPr>
                <a:t>Массивная обувь</a:t>
              </a:r>
              <a:endParaRPr lang="ru-RU" sz="2800" dirty="0">
                <a:solidFill>
                  <a:schemeClr val="bg2"/>
                </a:solidFill>
                <a:latin typeface="Arial" panose="020B0604020202020204" pitchFamily="34" charset="0"/>
                <a:cs typeface="Arial" panose="020B0604020202020204" pitchFamily="34" charset="0"/>
              </a:endParaRPr>
            </a:p>
          </p:txBody>
        </p:sp>
        <p:sp>
          <p:nvSpPr>
            <p:cNvPr id="771" name="Shape"/>
            <p:cNvSpPr/>
            <p:nvPr/>
          </p:nvSpPr>
          <p:spPr>
            <a:xfrm>
              <a:off x="2730512" y="8731786"/>
              <a:ext cx="172283" cy="172282"/>
            </a:xfrm>
            <a:custGeom>
              <a:avLst/>
              <a:gdLst/>
              <a:ahLst/>
              <a:cxnLst>
                <a:cxn ang="0">
                  <a:pos x="wd2" y="hd2"/>
                </a:cxn>
                <a:cxn ang="5400000">
                  <a:pos x="wd2" y="hd2"/>
                </a:cxn>
                <a:cxn ang="10800000">
                  <a:pos x="wd2" y="hd2"/>
                </a:cxn>
                <a:cxn ang="16200000">
                  <a:pos x="wd2" y="hd2"/>
                </a:cxn>
              </a:cxnLst>
              <a:rect l="0" t="0" r="r" b="b"/>
              <a:pathLst>
                <a:path w="21398" h="21398" extrusionOk="0">
                  <a:moveTo>
                    <a:pt x="3239" y="1"/>
                  </a:moveTo>
                  <a:cubicBezTo>
                    <a:pt x="2772" y="1"/>
                    <a:pt x="2301" y="101"/>
                    <a:pt x="1867" y="303"/>
                  </a:cubicBezTo>
                  <a:cubicBezTo>
                    <a:pt x="1525" y="463"/>
                    <a:pt x="1219" y="678"/>
                    <a:pt x="952" y="945"/>
                  </a:cubicBezTo>
                  <a:cubicBezTo>
                    <a:pt x="685" y="1212"/>
                    <a:pt x="463" y="1525"/>
                    <a:pt x="303" y="1867"/>
                  </a:cubicBezTo>
                  <a:cubicBezTo>
                    <a:pt x="-101" y="2734"/>
                    <a:pt x="-101" y="3736"/>
                    <a:pt x="303" y="4603"/>
                  </a:cubicBezTo>
                  <a:cubicBezTo>
                    <a:pt x="564" y="5140"/>
                    <a:pt x="1165" y="5738"/>
                    <a:pt x="2162" y="6735"/>
                  </a:cubicBezTo>
                  <a:lnTo>
                    <a:pt x="6123" y="10695"/>
                  </a:lnTo>
                  <a:lnTo>
                    <a:pt x="2162" y="14663"/>
                  </a:lnTo>
                  <a:cubicBezTo>
                    <a:pt x="1166" y="15660"/>
                    <a:pt x="564" y="16258"/>
                    <a:pt x="303" y="16795"/>
                  </a:cubicBezTo>
                  <a:cubicBezTo>
                    <a:pt x="-101" y="17662"/>
                    <a:pt x="-101" y="18656"/>
                    <a:pt x="303" y="19524"/>
                  </a:cubicBezTo>
                  <a:cubicBezTo>
                    <a:pt x="463" y="19866"/>
                    <a:pt x="685" y="20179"/>
                    <a:pt x="952" y="20446"/>
                  </a:cubicBezTo>
                  <a:cubicBezTo>
                    <a:pt x="1219" y="20713"/>
                    <a:pt x="1525" y="20935"/>
                    <a:pt x="1867" y="21095"/>
                  </a:cubicBezTo>
                  <a:cubicBezTo>
                    <a:pt x="2734" y="21499"/>
                    <a:pt x="3736" y="21499"/>
                    <a:pt x="4603" y="21095"/>
                  </a:cubicBezTo>
                  <a:cubicBezTo>
                    <a:pt x="5140" y="20834"/>
                    <a:pt x="5738" y="20233"/>
                    <a:pt x="6735" y="19236"/>
                  </a:cubicBezTo>
                  <a:lnTo>
                    <a:pt x="10703" y="15275"/>
                  </a:lnTo>
                  <a:lnTo>
                    <a:pt x="14663" y="19236"/>
                  </a:lnTo>
                  <a:cubicBezTo>
                    <a:pt x="15660" y="20233"/>
                    <a:pt x="16258" y="20834"/>
                    <a:pt x="16795" y="21095"/>
                  </a:cubicBezTo>
                  <a:cubicBezTo>
                    <a:pt x="17662" y="21499"/>
                    <a:pt x="18664" y="21499"/>
                    <a:pt x="19531" y="21095"/>
                  </a:cubicBezTo>
                  <a:cubicBezTo>
                    <a:pt x="19873" y="20935"/>
                    <a:pt x="20186" y="20713"/>
                    <a:pt x="20453" y="20446"/>
                  </a:cubicBezTo>
                  <a:cubicBezTo>
                    <a:pt x="20720" y="20179"/>
                    <a:pt x="20935" y="19866"/>
                    <a:pt x="21095" y="19524"/>
                  </a:cubicBezTo>
                  <a:cubicBezTo>
                    <a:pt x="21499" y="18656"/>
                    <a:pt x="21499" y="17662"/>
                    <a:pt x="21095" y="16795"/>
                  </a:cubicBezTo>
                  <a:cubicBezTo>
                    <a:pt x="20834" y="16258"/>
                    <a:pt x="20240" y="15660"/>
                    <a:pt x="19243" y="14663"/>
                  </a:cubicBezTo>
                  <a:lnTo>
                    <a:pt x="15275" y="10695"/>
                  </a:lnTo>
                  <a:lnTo>
                    <a:pt x="19243" y="6735"/>
                  </a:lnTo>
                  <a:cubicBezTo>
                    <a:pt x="20240" y="5738"/>
                    <a:pt x="20834" y="5140"/>
                    <a:pt x="21095" y="4603"/>
                  </a:cubicBezTo>
                  <a:cubicBezTo>
                    <a:pt x="21499" y="3736"/>
                    <a:pt x="21499" y="2734"/>
                    <a:pt x="21095" y="1867"/>
                  </a:cubicBezTo>
                  <a:cubicBezTo>
                    <a:pt x="20935" y="1525"/>
                    <a:pt x="20720" y="1212"/>
                    <a:pt x="20453" y="945"/>
                  </a:cubicBezTo>
                  <a:cubicBezTo>
                    <a:pt x="20186" y="678"/>
                    <a:pt x="19873" y="463"/>
                    <a:pt x="19531" y="303"/>
                  </a:cubicBezTo>
                  <a:cubicBezTo>
                    <a:pt x="18664" y="-101"/>
                    <a:pt x="17662" y="-101"/>
                    <a:pt x="16795" y="303"/>
                  </a:cubicBezTo>
                  <a:cubicBezTo>
                    <a:pt x="16258" y="564"/>
                    <a:pt x="15660" y="1158"/>
                    <a:pt x="14663" y="2155"/>
                  </a:cubicBezTo>
                  <a:lnTo>
                    <a:pt x="10703" y="6123"/>
                  </a:lnTo>
                  <a:lnTo>
                    <a:pt x="6735" y="2155"/>
                  </a:lnTo>
                  <a:cubicBezTo>
                    <a:pt x="5738" y="1158"/>
                    <a:pt x="5140" y="564"/>
                    <a:pt x="4603" y="303"/>
                  </a:cubicBezTo>
                  <a:cubicBezTo>
                    <a:pt x="4170" y="101"/>
                    <a:pt x="3706" y="1"/>
                    <a:pt x="3239" y="1"/>
                  </a:cubicBezTo>
                  <a:close/>
                </a:path>
              </a:pathLst>
            </a:custGeom>
            <a:solidFill>
              <a:schemeClr val="accent3"/>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b="0" dirty="0">
                <a:latin typeface="Arial" panose="020B0604020202020204" pitchFamily="34" charset="0"/>
                <a:cs typeface="Arial" panose="020B0604020202020204" pitchFamily="34" charset="0"/>
              </a:endParaRPr>
            </a:p>
          </p:txBody>
        </p:sp>
      </p:grpSp>
      <p:sp>
        <p:nvSpPr>
          <p:cNvPr id="33" name="Rectangle">
            <a:extLst>
              <a:ext uri="{FF2B5EF4-FFF2-40B4-BE49-F238E27FC236}">
                <a16:creationId xmlns:a16="http://schemas.microsoft.com/office/drawing/2014/main" id="{7B07D879-A315-4F0F-930A-1128AF2AE832}"/>
              </a:ext>
            </a:extLst>
          </p:cNvPr>
          <p:cNvSpPr/>
          <p:nvPr/>
        </p:nvSpPr>
        <p:spPr>
          <a:xfrm>
            <a:off x="12876214" y="2577132"/>
            <a:ext cx="3017521" cy="143978"/>
          </a:xfrm>
          <a:prstGeom prst="rect">
            <a:avLst/>
          </a:prstGeom>
          <a:solidFill>
            <a:schemeClr val="accent1"/>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4" name="Subtitle Text">
            <a:extLst>
              <a:ext uri="{FF2B5EF4-FFF2-40B4-BE49-F238E27FC236}">
                <a16:creationId xmlns:a16="http://schemas.microsoft.com/office/drawing/2014/main" id="{C853EA00-E054-4611-8B19-832613EF36D2}"/>
              </a:ext>
            </a:extLst>
          </p:cNvPr>
          <p:cNvSpPr/>
          <p:nvPr/>
        </p:nvSpPr>
        <p:spPr>
          <a:xfrm>
            <a:off x="12876215" y="2266950"/>
            <a:ext cx="3322710" cy="3375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solidFill>
            <a:schemeClr val="accent1"/>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algn="l" defTabSz="457200">
              <a:lnSpc>
                <a:spcPct val="120000"/>
              </a:lnSpc>
              <a:defRPr sz="1400" cap="all" spc="1120">
                <a:solidFill>
                  <a:srgbClr val="242423"/>
                </a:solidFill>
                <a:latin typeface="Arial"/>
                <a:ea typeface="Arial"/>
                <a:cs typeface="Arial"/>
                <a:sym typeface="Arial"/>
              </a:defRPr>
            </a:lvl1pPr>
          </a:lstStyle>
          <a:p>
            <a:r>
              <a:rPr lang="ru-RU" sz="1401" dirty="0">
                <a:solidFill>
                  <a:schemeClr val="accent1"/>
                </a:solidFill>
                <a:latin typeface="Arial" panose="020B0604020202020204" pitchFamily="34" charset="0"/>
                <a:cs typeface="Arial" panose="020B0604020202020204" pitchFamily="34" charset="0"/>
              </a:rPr>
              <a:t>Стиль</a:t>
            </a:r>
            <a:endParaRPr lang="ru-RU" sz="1401" dirty="0">
              <a:solidFill>
                <a:schemeClr val="accent1"/>
              </a:solidFill>
              <a:latin typeface="Arial" panose="020B0604020202020204" pitchFamily="34" charset="0"/>
              <a:cs typeface="Arial" panose="020B0604020202020204" pitchFamily="34" charset="0"/>
            </a:endParaRPr>
          </a:p>
        </p:txBody>
      </p:sp>
      <mc:AlternateContent xmlns:mc="http://schemas.openxmlformats.org/markup-compatibility/2006">
        <mc:Choice xmlns:am3d="http://schemas.microsoft.com/office/drawing/2017/model3d" Requires="am3d">
          <p:graphicFrame>
            <p:nvGraphicFramePr>
              <p:cNvPr id="9002" name="!!Emblem3D" descr="3D-модель эмблемы Президентской академии"/>
              <p:cNvGraphicFramePr>
                <a:graphicFrameLocks noGrp="1" noChangeAspect="1"/>
              </p:cNvGraphicFramePr>
              <p:nvPr/>
            </p:nvGraphicFramePr>
            <p:xfrm>
              <a:off x="5266944" y="694944"/>
              <a:ext cx="2999232" cy="2999232"/>
            </p:xfrm>
            <a:graphic>
              <a:graphicData uri="http://schemas.microsoft.com/office/drawing/2017/model3d">
                <am3d:model3d r:embed="rId2">
                  <am3d:spPr>
                    <a:xfrm>
                      <a:off x="5266944" y="694944"/>
                      <a:ext cx="2999232" cy="2999232"/>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21120000" ay="2100000" az="0"/>
                    <am3d:postTrans dx="0" dy="0" dz="0"/>
                  </am3d:trans>
                  <am3d:raster rName="Office3DRenderer" rVer="16.0.8326">
                    <am3d:blip r:embed="rId3"/>
                  </am3d:raster>
                  <am3d:objViewport viewportSz="299923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02" name="!!Emblem3D" descr="3D-модель эмблемы Президентской академии"/>
              <p:cNvPicPr>
                <a:picLocks noGrp="1" noRot="1" noChangeAspect="1" noMove="1" noResize="1" noEditPoints="1" noAdjustHandles="1" noChangeArrowheads="1" noChangeShapeType="1" noCrop="1"/>
              </p:cNvPicPr>
              <p:nvPr/>
            </p:nvPicPr>
            <p:blipFill>
              <a:blip r:embed="rId3"/>
              <a:stretch>
                <a:fillRect/>
              </a:stretch>
            </p:blipFill>
            <p:spPr>
              <a:xfrm>
                <a:off x="5266944" y="694944"/>
                <a:ext cx="2999232" cy="2999232"/>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12" name="!!Boot3D" descr="3D-модель ботинка с высокой шнуровкой"/>
              <p:cNvGraphicFramePr>
                <a:graphicFrameLocks noGrp="1" noChangeAspect="1"/>
              </p:cNvGraphicFramePr>
              <p:nvPr/>
            </p:nvGraphicFramePr>
            <p:xfrm>
              <a:off x="13137184" y="8199424"/>
              <a:ext cx="4723792" cy="4723792"/>
            </p:xfrm>
            <a:graphic>
              <a:graphicData uri="http://schemas.microsoft.com/office/drawing/2017/model3d">
                <am3d:model3d r:embed="rId4">
                  <am3d:spPr>
                    <a:xfrm>
                      <a:off x="13137184" y="8199424"/>
                      <a:ext cx="4723792" cy="4723792"/>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600000" ay="2100000" az="0"/>
                    <am3d:postTrans dx="0" dy="0" dz="0"/>
                  </am3d:trans>
                  <am3d:raster rName="Office3DRenderer" rVer="16.0.8326">
                    <am3d:blip r:embed="rId5"/>
                  </am3d:raster>
                  <am3d:objViewport viewportSz="472379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12" name="!!Boot3D" descr="3D-модель ботинка с высокой шнуровкой"/>
              <p:cNvPicPr>
                <a:picLocks noGrp="1" noRot="1" noChangeAspect="1" noMove="1" noResize="1" noEditPoints="1" noAdjustHandles="1" noChangeArrowheads="1" noChangeShapeType="1" noCrop="1"/>
              </p:cNvPicPr>
              <p:nvPr/>
            </p:nvPicPr>
            <p:blipFill>
              <a:blip r:embed="rId5"/>
              <a:stretch>
                <a:fillRect/>
              </a:stretch>
            </p:blipFill>
            <p:spPr>
              <a:xfrm>
                <a:off x="13137184" y="8199424"/>
                <a:ext cx="4723792" cy="4723792"/>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22" name="!!Braces3D" descr="3D-модель подтяжек"/>
              <p:cNvGraphicFramePr>
                <a:graphicFrameLocks noGrp="1" noChangeAspect="1"/>
              </p:cNvGraphicFramePr>
              <p:nvPr/>
            </p:nvGraphicFramePr>
            <p:xfrm>
              <a:off x="17759476" y="8249716"/>
              <a:ext cx="4348888" cy="4348888"/>
            </p:xfrm>
            <a:graphic>
              <a:graphicData uri="http://schemas.microsoft.com/office/drawing/2017/model3d">
                <am3d:model3d r:embed="rId6">
                  <am3d:spPr>
                    <a:xfrm>
                      <a:off x="17759476" y="8249716"/>
                      <a:ext cx="4348888" cy="4348888"/>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900000" ay="20100000" az="0"/>
                    <am3d:postTrans dx="0" dy="0" dz="0"/>
                  </am3d:trans>
                  <am3d:raster rName="Office3DRenderer" rVer="16.0.8326">
                    <am3d:blip r:embed="rId7"/>
                  </am3d:raster>
                  <am3d:objViewport viewportSz="434888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22" name="!!Braces3D" descr="3D-модель подтяжек"/>
              <p:cNvPicPr>
                <a:picLocks noGrp="1" noRot="1" noChangeAspect="1" noMove="1" noResize="1" noEditPoints="1" noAdjustHandles="1" noChangeArrowheads="1" noChangeShapeType="1" noCrop="1"/>
              </p:cNvPicPr>
              <p:nvPr/>
            </p:nvPicPr>
            <p:blipFill>
              <a:blip r:embed="rId7"/>
              <a:stretch>
                <a:fillRect/>
              </a:stretch>
            </p:blipFill>
            <p:spPr>
              <a:xfrm>
                <a:off x="17759476" y="8249716"/>
                <a:ext cx="4348888" cy="4348888"/>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32" name="!!Vinyl3D" descr="3D-модель виниловой пластинки ска"/>
              <p:cNvGraphicFramePr>
                <a:graphicFrameLocks noGrp="1" noChangeAspect="1"/>
              </p:cNvGraphicFramePr>
              <p:nvPr/>
            </p:nvGraphicFramePr>
            <p:xfrm>
              <a:off x="19778472" y="-7653528"/>
              <a:ext cx="5248656" cy="5248656"/>
            </p:xfrm>
            <a:graphic>
              <a:graphicData uri="http://schemas.microsoft.com/office/drawing/2017/model3d">
                <am3d:model3d r:embed="rId8">
                  <am3d:spPr>
                    <a:xfrm>
                      <a:off x="19778472" y="-7653528"/>
                      <a:ext cx="5248656" cy="5248656"/>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4200000" ay="14400000" az="0"/>
                    <am3d:postTrans dx="0" dy="0" dz="0"/>
                  </am3d:trans>
                  <am3d:raster rName="Office3DRenderer" rVer="16.0.8326">
                    <am3d:blip r:embed="rId9"/>
                  </am3d:raster>
                  <am3d:objViewport viewportSz="524865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32" name="!!Vinyl3D" descr="3D-модель виниловой пластинки ска"/>
              <p:cNvPicPr>
                <a:picLocks noGrp="1" noRot="1" noChangeAspect="1" noMove="1" noResize="1" noEditPoints="1" noAdjustHandles="1" noChangeArrowheads="1" noChangeShapeType="1" noCrop="1"/>
              </p:cNvPicPr>
              <p:nvPr/>
            </p:nvPicPr>
            <p:blipFill>
              <a:blip r:embed="rId9"/>
              <a:stretch>
                <a:fillRect/>
              </a:stretch>
            </p:blipFill>
            <p:spPr>
              <a:xfrm>
                <a:off x="19778472" y="-7653528"/>
                <a:ext cx="5248656" cy="5248656"/>
              </a:xfrm>
              <a:prstGeom prst="rect">
                <a:avLst/>
              </a:prstGeom>
              <a:effectLst>
                <a:glow rad="190500">
                  <a:srgbClr val="C80D3F">
                    <a:alpha val="40000"/>
                  </a:srgbClr>
                </a:glow>
              </a:effectLst>
            </p:spPr>
          </p:pic>
        </mc:Fallback>
      </mc:AlternateContent>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9" fill="hold">
                            <p:stCondLst>
                              <p:cond delay="0"/>
                            </p:stCondLst>
                            <p:childTnLst>
                              <p:par>
                                <p:cTn id="4" presetID="42" presetClass="entr" presetSubtype="0" fill="hold" nodeType="withEffect">
                                  <p:stCondLst>
                                    <p:cond delay="500"/>
                                  </p:stCondLst>
                                  <p:childTnLst>
                                    <p:set>
                                      <p:cBhvr>
                                        <p:cTn id="5" dur="1" fill="hold">
                                          <p:stCondLst>
                                            <p:cond delay="0"/>
                                          </p:stCondLst>
                                        </p:cTn>
                                        <p:tgtEl>
                                          <p:spTgt spid="748"/>
                                        </p:tgtEl>
                                        <p:attrNameLst>
                                          <p:attrName>style.visibility</p:attrName>
                                        </p:attrNameLst>
                                      </p:cBhvr>
                                      <p:to>
                                        <p:strVal val="visible"/>
                                      </p:to>
                                    </p:set>
                                    <p:animEffect transition="in" filter="fade">
                                      <p:cBhvr>
                                        <p:cTn id="6" dur="1200"/>
                                        <p:tgtEl>
                                          <p:spTgt spid="748"/>
                                        </p:tgtEl>
                                      </p:cBhvr>
                                    </p:animEffect>
                                    <p:anim calcmode="lin" valueType="num">
                                      <p:cBhvr>
                                        <p:cTn id="7" dur="1200" decel="100000" fill="hold"/>
                                        <p:tgtEl>
                                          <p:spTgt spid="748"/>
                                        </p:tgtEl>
                                        <p:attrNameLst>
                                          <p:attrName>ppt_x</p:attrName>
                                        </p:attrNameLst>
                                      </p:cBhvr>
                                      <p:tavLst>
                                        <p:tav tm="0">
                                          <p:val>
                                            <p:strVal val="#ppt_x"/>
                                          </p:val>
                                        </p:tav>
                                        <p:tav tm="100000">
                                          <p:val>
                                            <p:strVal val="#ppt_x"/>
                                          </p:val>
                                        </p:tav>
                                      </p:tavLst>
                                    </p:anim>
                                    <p:anim calcmode="lin" valueType="num">
                                      <p:cBhvr>
                                        <p:cTn id="8" dur="1200" decel="100000" fill="hold"/>
                                        <p:tgtEl>
                                          <p:spTgt spid="748"/>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680"/>
                                  </p:stCondLst>
                                  <p:childTnLst>
                                    <p:set>
                                      <p:cBhvr>
                                        <p:cTn id="10" dur="1" fill="hold">
                                          <p:stCondLst>
                                            <p:cond delay="0"/>
                                          </p:stCondLst>
                                        </p:cTn>
                                        <p:tgtEl>
                                          <p:spTgt spid="749"/>
                                        </p:tgtEl>
                                        <p:attrNameLst>
                                          <p:attrName>style.visibility</p:attrName>
                                        </p:attrNameLst>
                                      </p:cBhvr>
                                      <p:to>
                                        <p:strVal val="visible"/>
                                      </p:to>
                                    </p:set>
                                    <p:animEffect transition="in" filter="fade">
                                      <p:cBhvr>
                                        <p:cTn id="11" dur="1200"/>
                                        <p:tgtEl>
                                          <p:spTgt spid="749"/>
                                        </p:tgtEl>
                                      </p:cBhvr>
                                    </p:animEffect>
                                    <p:anim calcmode="lin" valueType="num">
                                      <p:cBhvr>
                                        <p:cTn id="12" dur="1200" decel="100000" fill="hold"/>
                                        <p:tgtEl>
                                          <p:spTgt spid="749"/>
                                        </p:tgtEl>
                                        <p:attrNameLst>
                                          <p:attrName>ppt_x</p:attrName>
                                        </p:attrNameLst>
                                      </p:cBhvr>
                                      <p:tavLst>
                                        <p:tav tm="0">
                                          <p:val>
                                            <p:strVal val="#ppt_x"/>
                                          </p:val>
                                        </p:tav>
                                        <p:tav tm="100000">
                                          <p:val>
                                            <p:strVal val="#ppt_x"/>
                                          </p:val>
                                        </p:tav>
                                      </p:tavLst>
                                    </p:anim>
                                    <p:anim calcmode="lin" valueType="num">
                                      <p:cBhvr>
                                        <p:cTn id="13" dur="1200" decel="100000" fill="hold"/>
                                        <p:tgtEl>
                                          <p:spTgt spid="749"/>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86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200"/>
                                        <p:tgtEl>
                                          <p:spTgt spid="2"/>
                                        </p:tgtEl>
                                      </p:cBhvr>
                                    </p:animEffect>
                                    <p:anim calcmode="lin" valueType="num">
                                      <p:cBhvr>
                                        <p:cTn id="17" dur="1200" decel="100000" fill="hold"/>
                                        <p:tgtEl>
                                          <p:spTgt spid="2"/>
                                        </p:tgtEl>
                                        <p:attrNameLst>
                                          <p:attrName>ppt_x</p:attrName>
                                        </p:attrNameLst>
                                      </p:cBhvr>
                                      <p:tavLst>
                                        <p:tav tm="0">
                                          <p:val>
                                            <p:strVal val="#ppt_x"/>
                                          </p:val>
                                        </p:tav>
                                        <p:tav tm="100000">
                                          <p:val>
                                            <p:strVal val="#ppt_x"/>
                                          </p:val>
                                        </p:tav>
                                      </p:tavLst>
                                    </p:anim>
                                    <p:anim calcmode="lin" valueType="num">
                                      <p:cBhvr>
                                        <p:cTn id="18" dur="1200" decel="100000" fill="hold"/>
                                        <p:tgtEl>
                                          <p:spTgt spid="2"/>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104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200"/>
                                        <p:tgtEl>
                                          <p:spTgt spid="3"/>
                                        </p:tgtEl>
                                      </p:cBhvr>
                                    </p:animEffect>
                                    <p:anim calcmode="lin" valueType="num">
                                      <p:cBhvr>
                                        <p:cTn id="22" dur="1200" decel="100000" fill="hold"/>
                                        <p:tgtEl>
                                          <p:spTgt spid="3"/>
                                        </p:tgtEl>
                                        <p:attrNameLst>
                                          <p:attrName>ppt_x</p:attrName>
                                        </p:attrNameLst>
                                      </p:cBhvr>
                                      <p:tavLst>
                                        <p:tav tm="0">
                                          <p:val>
                                            <p:strVal val="#ppt_x"/>
                                          </p:val>
                                        </p:tav>
                                        <p:tav tm="100000">
                                          <p:val>
                                            <p:strVal val="#ppt_x"/>
                                          </p:val>
                                        </p:tav>
                                      </p:tavLst>
                                    </p:anim>
                                    <p:anim calcmode="lin" valueType="num">
                                      <p:cBhvr>
                                        <p:cTn id="23" dur="1200" decel="100000" fill="hold"/>
                                        <p:tgtEl>
                                          <p:spTgt spid="3"/>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122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200"/>
                                        <p:tgtEl>
                                          <p:spTgt spid="4"/>
                                        </p:tgtEl>
                                      </p:cBhvr>
                                    </p:animEffect>
                                    <p:anim calcmode="lin" valueType="num">
                                      <p:cBhvr>
                                        <p:cTn id="27" dur="1200" decel="100000" fill="hold"/>
                                        <p:tgtEl>
                                          <p:spTgt spid="4"/>
                                        </p:tgtEl>
                                        <p:attrNameLst>
                                          <p:attrName>ppt_x</p:attrName>
                                        </p:attrNameLst>
                                      </p:cBhvr>
                                      <p:tavLst>
                                        <p:tav tm="0">
                                          <p:val>
                                            <p:strVal val="#ppt_x"/>
                                          </p:val>
                                        </p:tav>
                                        <p:tav tm="100000">
                                          <p:val>
                                            <p:strVal val="#ppt_x"/>
                                          </p:val>
                                        </p:tav>
                                      </p:tavLst>
                                    </p:anim>
                                    <p:anim calcmode="lin" valueType="num">
                                      <p:cBhvr>
                                        <p:cTn id="28" dur="1200" decel="100000" fill="hold"/>
                                        <p:tgtEl>
                                          <p:spTgt spid="4"/>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14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200"/>
                                        <p:tgtEl>
                                          <p:spTgt spid="5"/>
                                        </p:tgtEl>
                                      </p:cBhvr>
                                    </p:animEffect>
                                    <p:anim calcmode="lin" valueType="num">
                                      <p:cBhvr>
                                        <p:cTn id="32" dur="1200" decel="100000" fill="hold"/>
                                        <p:tgtEl>
                                          <p:spTgt spid="5"/>
                                        </p:tgtEl>
                                        <p:attrNameLst>
                                          <p:attrName>ppt_x</p:attrName>
                                        </p:attrNameLst>
                                      </p:cBhvr>
                                      <p:tavLst>
                                        <p:tav tm="0">
                                          <p:val>
                                            <p:strVal val="#ppt_x"/>
                                          </p:val>
                                        </p:tav>
                                        <p:tav tm="100000">
                                          <p:val>
                                            <p:strVal val="#ppt_x"/>
                                          </p:val>
                                        </p:tav>
                                      </p:tavLst>
                                    </p:anim>
                                    <p:anim calcmode="lin" valueType="num">
                                      <p:cBhvr>
                                        <p:cTn id="33" dur="1200" decel="100000" fill="hold"/>
                                        <p:tgtEl>
                                          <p:spTgt spid="5"/>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158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1200"/>
                                        <p:tgtEl>
                                          <p:spTgt spid="34"/>
                                        </p:tgtEl>
                                      </p:cBhvr>
                                    </p:animEffect>
                                    <p:anim calcmode="lin" valueType="num">
                                      <p:cBhvr>
                                        <p:cTn id="37" dur="1200" decel="100000" fill="hold"/>
                                        <p:tgtEl>
                                          <p:spTgt spid="34"/>
                                        </p:tgtEl>
                                        <p:attrNameLst>
                                          <p:attrName>ppt_x</p:attrName>
                                        </p:attrNameLst>
                                      </p:cBhvr>
                                      <p:tavLst>
                                        <p:tav tm="0">
                                          <p:val>
                                            <p:strVal val="#ppt_x"/>
                                          </p:val>
                                        </p:tav>
                                        <p:tav tm="100000">
                                          <p:val>
                                            <p:strVal val="#ppt_x"/>
                                          </p:val>
                                        </p:tav>
                                      </p:tavLst>
                                    </p:anim>
                                    <p:anim calcmode="lin" valueType="num">
                                      <p:cBhvr>
                                        <p:cTn id="38" dur="1200" decel="100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73EDA5E-4E7A-F84F-83E7-B80B33E69DBA}"/>
              </a:ext>
            </a:extLst>
          </p:cNvPr>
          <p:cNvGrpSpPr/>
          <p:nvPr/>
        </p:nvGrpSpPr>
        <p:grpSpPr>
          <a:xfrm>
            <a:off x="1478881" y="5243397"/>
            <a:ext cx="8146577" cy="1960688"/>
            <a:chOff x="2974322" y="5657246"/>
            <a:chExt cx="8146578" cy="1960689"/>
          </a:xfrm>
        </p:grpSpPr>
        <p:sp>
          <p:nvSpPr>
            <p:cNvPr id="3702" name="Lorem ipsum dolor sit amet, consectetur adipiscing elit, sed do eiusmod tempor incididunt ut labore donec dolore magna."/>
            <p:cNvSpPr txBox="1"/>
            <p:nvPr/>
          </p:nvSpPr>
          <p:spPr>
            <a:xfrm>
              <a:off x="3489182" y="6333478"/>
              <a:ext cx="7631718" cy="12844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lnSpc>
                  <a:spcPct val="120000"/>
                </a:lnSpc>
                <a:defRPr sz="2800" b="0">
                  <a:solidFill>
                    <a:srgbClr val="7F8189"/>
                  </a:solidFill>
                  <a:latin typeface="Arial"/>
                  <a:ea typeface="Arial"/>
                  <a:cs typeface="Arial"/>
                  <a:sym typeface="Arial"/>
                </a:defRPr>
              </a:lvl1pPr>
            </a:lstStyle>
            <a:p>
              <a:r>
                <a:rPr lang="ru-RU" sz="2800" dirty="0">
                  <a:solidFill>
                    <a:schemeClr val="tx2"/>
                  </a:solidFill>
                  <a:latin typeface="Arial" panose="020B0604020202020204" pitchFamily="34" charset="0"/>
                  <a:cs typeface="Arial" panose="020B0604020202020204" pitchFamily="34" charset="0"/>
                </a:rPr>
                <a:t>Коротко остриженные волосы или бритые головы</a:t>
              </a:r>
              <a:endParaRPr lang="ru-RU" sz="2800" dirty="0">
                <a:solidFill>
                  <a:schemeClr val="tx2"/>
                </a:solidFill>
                <a:latin typeface="Arial" panose="020B0604020202020204" pitchFamily="34" charset="0"/>
                <a:cs typeface="Arial" panose="020B0604020202020204" pitchFamily="34" charset="0"/>
              </a:endParaRPr>
            </a:p>
          </p:txBody>
        </p:sp>
        <p:sp>
          <p:nvSpPr>
            <p:cNvPr id="3703" name="Type text here"/>
            <p:cNvSpPr txBox="1"/>
            <p:nvPr/>
          </p:nvSpPr>
          <p:spPr>
            <a:xfrm>
              <a:off x="3483248" y="5657246"/>
              <a:ext cx="2978063" cy="533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defRPr sz="3400" b="0">
                  <a:solidFill>
                    <a:srgbClr val="242423"/>
                  </a:solidFill>
                  <a:latin typeface="Montserrat Bold"/>
                  <a:ea typeface="Montserrat Bold"/>
                  <a:cs typeface="Montserrat Bold"/>
                  <a:sym typeface="Montserrat Bold"/>
                </a:defRPr>
              </a:lvl1pPr>
            </a:lstStyle>
            <a:p>
              <a:r>
                <a:rPr lang="ru-RU" sz="3400" b="1" dirty="0">
                  <a:solidFill>
                    <a:schemeClr val="accent1"/>
                  </a:solidFill>
                  <a:latin typeface="Arial" panose="020B0604020202020204" pitchFamily="34" charset="0"/>
                  <a:cs typeface="Arial" panose="020B0604020202020204" pitchFamily="34" charset="0"/>
                </a:rPr>
                <a:t>Причёска</a:t>
              </a:r>
              <a:endParaRPr lang="ru-RU" sz="3400" b="1" dirty="0">
                <a:solidFill>
                  <a:schemeClr val="accent1"/>
                </a:solidFill>
                <a:latin typeface="Arial" panose="020B0604020202020204" pitchFamily="34" charset="0"/>
                <a:cs typeface="Arial" panose="020B0604020202020204" pitchFamily="34" charset="0"/>
              </a:endParaRPr>
            </a:p>
          </p:txBody>
        </p:sp>
        <p:sp>
          <p:nvSpPr>
            <p:cNvPr id="3714" name="Circle"/>
            <p:cNvSpPr/>
            <p:nvPr/>
          </p:nvSpPr>
          <p:spPr>
            <a:xfrm>
              <a:off x="2974322" y="5770191"/>
              <a:ext cx="359354" cy="359355"/>
            </a:xfrm>
            <a:prstGeom prst="ellipse">
              <a:avLst/>
            </a:prstGeom>
            <a:solidFill>
              <a:schemeClr val="accent1"/>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715" name="1"/>
            <p:cNvSpPr txBox="1"/>
            <p:nvPr/>
          </p:nvSpPr>
          <p:spPr>
            <a:xfrm>
              <a:off x="2974322" y="5762437"/>
              <a:ext cx="359355" cy="33753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defTabSz="457200">
                <a:lnSpc>
                  <a:spcPct val="120000"/>
                </a:lnSpc>
                <a:defRPr sz="1400">
                  <a:solidFill>
                    <a:srgbClr val="F0F0F0"/>
                  </a:solidFill>
                  <a:latin typeface="Arial"/>
                  <a:ea typeface="Arial"/>
                  <a:cs typeface="Arial"/>
                  <a:sym typeface="Arial"/>
                </a:defRPr>
              </a:lvl1pPr>
            </a:lstStyle>
            <a:p>
              <a:r>
                <a:rPr sz="1401" dirty="0">
                  <a:solidFill>
                    <a:schemeClr val="bg2"/>
                  </a:solidFill>
                  <a:latin typeface="Arial" panose="020B0604020202020204" pitchFamily="34" charset="0"/>
                  <a:cs typeface="Arial" panose="020B0604020202020204" pitchFamily="34" charset="0"/>
                </a:rPr>
                <a:t>1</a:t>
              </a:r>
            </a:p>
          </p:txBody>
        </p:sp>
      </p:grpSp>
      <p:grpSp>
        <p:nvGrpSpPr>
          <p:cNvPr id="4" name="Group 3">
            <a:extLst>
              <a:ext uri="{FF2B5EF4-FFF2-40B4-BE49-F238E27FC236}">
                <a16:creationId xmlns:a16="http://schemas.microsoft.com/office/drawing/2014/main" id="{E00A960B-DF86-EF44-89AD-664861A1CF5F}"/>
              </a:ext>
            </a:extLst>
          </p:cNvPr>
          <p:cNvGrpSpPr/>
          <p:nvPr/>
        </p:nvGrpSpPr>
        <p:grpSpPr>
          <a:xfrm>
            <a:off x="1486798" y="7495766"/>
            <a:ext cx="8146577" cy="1960688"/>
            <a:chOff x="2974322" y="7476746"/>
            <a:chExt cx="8146578" cy="1960689"/>
          </a:xfrm>
        </p:grpSpPr>
        <p:sp>
          <p:nvSpPr>
            <p:cNvPr id="3704" name="Lorem ipsum dolor sit amet, consectetur adipiscing elit, sed do eiusmod tempor incididunt ut labore donec dolore magna."/>
            <p:cNvSpPr txBox="1"/>
            <p:nvPr/>
          </p:nvSpPr>
          <p:spPr>
            <a:xfrm>
              <a:off x="3489182" y="8152978"/>
              <a:ext cx="7631718" cy="12844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lnSpc>
                  <a:spcPct val="120000"/>
                </a:lnSpc>
                <a:defRPr sz="2800" b="0">
                  <a:solidFill>
                    <a:srgbClr val="7F8189"/>
                  </a:solidFill>
                  <a:latin typeface="Arial"/>
                  <a:ea typeface="Arial"/>
                  <a:cs typeface="Arial"/>
                  <a:sym typeface="Arial"/>
                </a:defRPr>
              </a:lvl1pPr>
            </a:lstStyle>
            <a:p>
              <a:r>
                <a:rPr lang="ru-RU" sz="2800" dirty="0">
                  <a:solidFill>
                    <a:schemeClr val="tx2"/>
                  </a:solidFill>
                  <a:latin typeface="Arial" panose="020B0604020202020204" pitchFamily="34" charset="0"/>
                  <a:cs typeface="Arial" panose="020B0604020202020204" pitchFamily="34" charset="0"/>
                </a:rPr>
                <a:t>Тяжёлые ботинки, джинсы и куртки</a:t>
              </a:r>
              <a:endParaRPr lang="ru-RU" sz="2800" dirty="0">
                <a:solidFill>
                  <a:schemeClr val="tx2"/>
                </a:solidFill>
                <a:latin typeface="Arial" panose="020B0604020202020204" pitchFamily="34" charset="0"/>
                <a:cs typeface="Arial" panose="020B0604020202020204" pitchFamily="34" charset="0"/>
              </a:endParaRPr>
            </a:p>
          </p:txBody>
        </p:sp>
        <p:sp>
          <p:nvSpPr>
            <p:cNvPr id="3705" name="Type text here"/>
            <p:cNvSpPr txBox="1"/>
            <p:nvPr/>
          </p:nvSpPr>
          <p:spPr>
            <a:xfrm>
              <a:off x="3483248" y="7476746"/>
              <a:ext cx="2978063" cy="533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defRPr sz="3400" b="0">
                  <a:solidFill>
                    <a:srgbClr val="242423"/>
                  </a:solidFill>
                  <a:latin typeface="Montserrat Bold"/>
                  <a:ea typeface="Montserrat Bold"/>
                  <a:cs typeface="Montserrat Bold"/>
                  <a:sym typeface="Montserrat Bold"/>
                </a:defRPr>
              </a:lvl1pPr>
            </a:lstStyle>
            <a:p>
              <a:r>
                <a:rPr lang="ru-RU" sz="3400" b="1" dirty="0">
                  <a:solidFill>
                    <a:schemeClr val="accent1"/>
                  </a:solidFill>
                  <a:latin typeface="Arial" panose="020B0604020202020204" pitchFamily="34" charset="0"/>
                  <a:cs typeface="Arial" panose="020B0604020202020204" pitchFamily="34" charset="0"/>
                </a:rPr>
                <a:t>Одежда</a:t>
              </a:r>
              <a:endParaRPr lang="ru-RU" sz="3400" b="1" dirty="0">
                <a:solidFill>
                  <a:schemeClr val="accent1"/>
                </a:solidFill>
                <a:latin typeface="Arial" panose="020B0604020202020204" pitchFamily="34" charset="0"/>
                <a:cs typeface="Arial" panose="020B0604020202020204" pitchFamily="34" charset="0"/>
              </a:endParaRPr>
            </a:p>
          </p:txBody>
        </p:sp>
        <p:sp>
          <p:nvSpPr>
            <p:cNvPr id="3717" name="Circle"/>
            <p:cNvSpPr/>
            <p:nvPr/>
          </p:nvSpPr>
          <p:spPr>
            <a:xfrm>
              <a:off x="2974322" y="7598991"/>
              <a:ext cx="359354" cy="359355"/>
            </a:xfrm>
            <a:prstGeom prst="ellipse">
              <a:avLst/>
            </a:prstGeom>
            <a:solidFill>
              <a:schemeClr val="accent1"/>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718" name="2"/>
            <p:cNvSpPr txBox="1"/>
            <p:nvPr/>
          </p:nvSpPr>
          <p:spPr>
            <a:xfrm>
              <a:off x="2974322" y="7591237"/>
              <a:ext cx="359355" cy="33753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defTabSz="457200">
                <a:lnSpc>
                  <a:spcPct val="120000"/>
                </a:lnSpc>
                <a:defRPr sz="1400">
                  <a:solidFill>
                    <a:srgbClr val="F0F0F0"/>
                  </a:solidFill>
                  <a:latin typeface="Arial"/>
                  <a:ea typeface="Arial"/>
                  <a:cs typeface="Arial"/>
                  <a:sym typeface="Arial"/>
                </a:defRPr>
              </a:lvl1pPr>
            </a:lstStyle>
            <a:p>
              <a:r>
                <a:rPr sz="1401" dirty="0">
                  <a:solidFill>
                    <a:schemeClr val="bg2"/>
                  </a:solidFill>
                  <a:latin typeface="Arial" panose="020B0604020202020204" pitchFamily="34" charset="0"/>
                  <a:cs typeface="Arial" panose="020B0604020202020204" pitchFamily="34" charset="0"/>
                </a:rPr>
                <a:t>2</a:t>
              </a:r>
              <a:endParaRPr sz="1401" dirty="0">
                <a:solidFill>
                  <a:schemeClr val="bg2"/>
                </a:solidFill>
                <a:latin typeface="Arial" panose="020B0604020202020204" pitchFamily="34" charset="0"/>
                <a:cs typeface="Arial" panose="020B0604020202020204" pitchFamily="34" charset="0"/>
              </a:endParaRPr>
            </a:p>
          </p:txBody>
        </p:sp>
      </p:grpSp>
      <p:grpSp>
        <p:nvGrpSpPr>
          <p:cNvPr id="6" name="Group 5">
            <a:extLst>
              <a:ext uri="{FF2B5EF4-FFF2-40B4-BE49-F238E27FC236}">
                <a16:creationId xmlns:a16="http://schemas.microsoft.com/office/drawing/2014/main" id="{8CDADA4E-A4C0-B440-88D6-DBD00C7FEE66}"/>
              </a:ext>
            </a:extLst>
          </p:cNvPr>
          <p:cNvGrpSpPr/>
          <p:nvPr/>
        </p:nvGrpSpPr>
        <p:grpSpPr>
          <a:xfrm>
            <a:off x="12839701" y="5268738"/>
            <a:ext cx="8155045" cy="1960688"/>
            <a:chOff x="12770255" y="5657246"/>
            <a:chExt cx="8155044" cy="1960689"/>
          </a:xfrm>
        </p:grpSpPr>
        <p:sp>
          <p:nvSpPr>
            <p:cNvPr id="3708" name="Lorem ipsum dolor sit amet, consectetur adipiscing elit, sed do eiusmod tempor incididunt ut labore donec dolore magna."/>
            <p:cNvSpPr txBox="1"/>
            <p:nvPr/>
          </p:nvSpPr>
          <p:spPr>
            <a:xfrm>
              <a:off x="13293583" y="6333478"/>
              <a:ext cx="7631716" cy="12844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lnSpc>
                  <a:spcPct val="120000"/>
                </a:lnSpc>
                <a:defRPr sz="2800" b="0">
                  <a:solidFill>
                    <a:srgbClr val="7F8189"/>
                  </a:solidFill>
                  <a:latin typeface="Arial"/>
                  <a:ea typeface="Arial"/>
                  <a:cs typeface="Arial"/>
                  <a:sym typeface="Arial"/>
                </a:defRPr>
              </a:lvl1pPr>
            </a:lstStyle>
            <a:p>
              <a:r>
                <a:rPr lang="ru-RU" sz="2800" dirty="0">
                  <a:solidFill>
                    <a:schemeClr val="tx2"/>
                  </a:solidFill>
                  <a:latin typeface="Arial" panose="020B0604020202020204" pitchFamily="34" charset="0"/>
                  <a:cs typeface="Arial" panose="020B0604020202020204" pitchFamily="34" charset="0"/>
                </a:rPr>
                <a:t>Изначально субкультура была связана с рабочей молодёжью</a:t>
              </a:r>
              <a:endParaRPr lang="ru-RU" sz="2800" dirty="0">
                <a:solidFill>
                  <a:schemeClr val="tx2"/>
                </a:solidFill>
                <a:latin typeface="Arial" panose="020B0604020202020204" pitchFamily="34" charset="0"/>
                <a:cs typeface="Arial" panose="020B0604020202020204" pitchFamily="34" charset="0"/>
              </a:endParaRPr>
            </a:p>
          </p:txBody>
        </p:sp>
        <p:sp>
          <p:nvSpPr>
            <p:cNvPr id="3709" name="Type text here"/>
            <p:cNvSpPr txBox="1"/>
            <p:nvPr/>
          </p:nvSpPr>
          <p:spPr>
            <a:xfrm>
              <a:off x="13287648" y="5657246"/>
              <a:ext cx="2978062" cy="533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defRPr sz="3400" b="0">
                  <a:solidFill>
                    <a:srgbClr val="242423"/>
                  </a:solidFill>
                  <a:latin typeface="Montserrat Bold"/>
                  <a:ea typeface="Montserrat Bold"/>
                  <a:cs typeface="Montserrat Bold"/>
                  <a:sym typeface="Montserrat Bold"/>
                </a:defRPr>
              </a:lvl1pPr>
            </a:lstStyle>
            <a:p>
              <a:r>
                <a:rPr lang="ru-RU" sz="3400" b="1" dirty="0">
                  <a:solidFill>
                    <a:schemeClr val="accent1"/>
                  </a:solidFill>
                  <a:latin typeface="Arial" panose="020B0604020202020204" pitchFamily="34" charset="0"/>
                  <a:cs typeface="Arial" panose="020B0604020202020204" pitchFamily="34" charset="0"/>
                </a:rPr>
                <a:t>Среда</a:t>
              </a:r>
              <a:endParaRPr lang="ru-RU" sz="3400" b="1" dirty="0">
                <a:solidFill>
                  <a:schemeClr val="accent1"/>
                </a:solidFill>
                <a:latin typeface="Arial" panose="020B0604020202020204" pitchFamily="34" charset="0"/>
                <a:cs typeface="Arial" panose="020B0604020202020204" pitchFamily="34" charset="0"/>
              </a:endParaRPr>
            </a:p>
          </p:txBody>
        </p:sp>
        <p:sp>
          <p:nvSpPr>
            <p:cNvPr id="3723" name="Circle"/>
            <p:cNvSpPr/>
            <p:nvPr/>
          </p:nvSpPr>
          <p:spPr>
            <a:xfrm>
              <a:off x="12770255" y="5767737"/>
              <a:ext cx="359354" cy="359355"/>
            </a:xfrm>
            <a:prstGeom prst="ellipse">
              <a:avLst/>
            </a:prstGeom>
            <a:solidFill>
              <a:schemeClr val="accent1"/>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724" name="4"/>
            <p:cNvSpPr txBox="1"/>
            <p:nvPr/>
          </p:nvSpPr>
          <p:spPr>
            <a:xfrm>
              <a:off x="12770255" y="5759983"/>
              <a:ext cx="359355" cy="33753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defTabSz="457200">
                <a:lnSpc>
                  <a:spcPct val="120000"/>
                </a:lnSpc>
                <a:defRPr sz="1400">
                  <a:solidFill>
                    <a:srgbClr val="F0F0F0"/>
                  </a:solidFill>
                  <a:latin typeface="Arial"/>
                  <a:ea typeface="Arial"/>
                  <a:cs typeface="Arial"/>
                  <a:sym typeface="Arial"/>
                </a:defRPr>
              </a:lvl1pPr>
            </a:lstStyle>
            <a:p>
              <a:r>
                <a:rPr sz="1401" dirty="0">
                  <a:solidFill>
                    <a:schemeClr val="bg2"/>
                  </a:solidFill>
                  <a:latin typeface="Arial" panose="020B0604020202020204" pitchFamily="34" charset="0"/>
                  <a:cs typeface="Arial" panose="020B0604020202020204" pitchFamily="34" charset="0"/>
                </a:rPr>
                <a:t>3</a:t>
              </a:r>
              <a:endParaRPr sz="1401" dirty="0">
                <a:solidFill>
                  <a:schemeClr val="bg2"/>
                </a:solidFill>
                <a:latin typeface="Arial" panose="020B0604020202020204" pitchFamily="34" charset="0"/>
                <a:cs typeface="Arial" panose="020B0604020202020204" pitchFamily="34" charset="0"/>
              </a:endParaRPr>
            </a:p>
          </p:txBody>
        </p:sp>
      </p:grpSp>
      <p:grpSp>
        <p:nvGrpSpPr>
          <p:cNvPr id="7" name="Group 6">
            <a:extLst>
              <a:ext uri="{FF2B5EF4-FFF2-40B4-BE49-F238E27FC236}">
                <a16:creationId xmlns:a16="http://schemas.microsoft.com/office/drawing/2014/main" id="{278F5E66-7BA2-F545-AD72-EB91DF90C4DA}"/>
              </a:ext>
            </a:extLst>
          </p:cNvPr>
          <p:cNvGrpSpPr/>
          <p:nvPr/>
        </p:nvGrpSpPr>
        <p:grpSpPr>
          <a:xfrm>
            <a:off x="12839701" y="7495766"/>
            <a:ext cx="8155045" cy="1960688"/>
            <a:chOff x="12770255" y="7476746"/>
            <a:chExt cx="8155044" cy="1960689"/>
          </a:xfrm>
        </p:grpSpPr>
        <p:sp>
          <p:nvSpPr>
            <p:cNvPr id="3710" name="Lorem ipsum dolor sit amet, consectetur adipiscing elit, sed do eiusmod tempor incididunt ut labore donec dolore magna."/>
            <p:cNvSpPr txBox="1"/>
            <p:nvPr/>
          </p:nvSpPr>
          <p:spPr>
            <a:xfrm>
              <a:off x="13293583" y="8152978"/>
              <a:ext cx="7631716" cy="12844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lnSpc>
                  <a:spcPct val="120000"/>
                </a:lnSpc>
                <a:defRPr sz="2800" b="0">
                  <a:solidFill>
                    <a:srgbClr val="7F8189"/>
                  </a:solidFill>
                  <a:latin typeface="Arial"/>
                  <a:ea typeface="Arial"/>
                  <a:cs typeface="Arial"/>
                  <a:sym typeface="Arial"/>
                </a:defRPr>
              </a:lvl1pPr>
            </a:lstStyle>
            <a:p>
              <a:r>
                <a:rPr lang="ru-RU" sz="2800" dirty="0">
                  <a:solidFill>
                    <a:schemeClr val="tx2"/>
                  </a:solidFill>
                  <a:latin typeface="Arial" panose="020B0604020202020204" pitchFamily="34" charset="0"/>
                  <a:cs typeface="Arial" panose="020B0604020202020204" pitchFamily="34" charset="0"/>
                </a:rPr>
                <a:t>Её объединяли музыка и определённый стиль одежды</a:t>
              </a:r>
              <a:endParaRPr lang="ru-RU" sz="2800" dirty="0">
                <a:solidFill>
                  <a:schemeClr val="tx2"/>
                </a:solidFill>
                <a:latin typeface="Arial" panose="020B0604020202020204" pitchFamily="34" charset="0"/>
                <a:cs typeface="Arial" panose="020B0604020202020204" pitchFamily="34" charset="0"/>
              </a:endParaRPr>
            </a:p>
          </p:txBody>
        </p:sp>
        <p:sp>
          <p:nvSpPr>
            <p:cNvPr id="3711" name="Type text here"/>
            <p:cNvSpPr txBox="1"/>
            <p:nvPr/>
          </p:nvSpPr>
          <p:spPr>
            <a:xfrm>
              <a:off x="13287648" y="7476746"/>
              <a:ext cx="2978062" cy="533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defRPr sz="3400" b="0">
                  <a:solidFill>
                    <a:srgbClr val="242423"/>
                  </a:solidFill>
                  <a:latin typeface="Montserrat Bold"/>
                  <a:ea typeface="Montserrat Bold"/>
                  <a:cs typeface="Montserrat Bold"/>
                  <a:sym typeface="Montserrat Bold"/>
                </a:defRPr>
              </a:lvl1pPr>
            </a:lstStyle>
            <a:p>
              <a:r>
                <a:rPr lang="ru-RU" sz="3400" b="1" dirty="0">
                  <a:solidFill>
                    <a:schemeClr val="accent1"/>
                  </a:solidFill>
                  <a:latin typeface="Arial" panose="020B0604020202020204" pitchFamily="34" charset="0"/>
                  <a:cs typeface="Arial" panose="020B0604020202020204" pitchFamily="34" charset="0"/>
                </a:rPr>
                <a:t>Стиль</a:t>
              </a:r>
              <a:endParaRPr lang="ru-RU" sz="3400" b="1" dirty="0">
                <a:solidFill>
                  <a:schemeClr val="accent1"/>
                </a:solidFill>
                <a:latin typeface="Arial" panose="020B0604020202020204" pitchFamily="34" charset="0"/>
                <a:cs typeface="Arial" panose="020B0604020202020204" pitchFamily="34" charset="0"/>
              </a:endParaRPr>
            </a:p>
          </p:txBody>
        </p:sp>
        <p:sp>
          <p:nvSpPr>
            <p:cNvPr id="3726" name="Circle"/>
            <p:cNvSpPr/>
            <p:nvPr/>
          </p:nvSpPr>
          <p:spPr>
            <a:xfrm>
              <a:off x="12770255" y="7596537"/>
              <a:ext cx="359354" cy="359355"/>
            </a:xfrm>
            <a:prstGeom prst="ellipse">
              <a:avLst/>
            </a:prstGeom>
            <a:solidFill>
              <a:schemeClr val="accent1"/>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727" name="5"/>
            <p:cNvSpPr txBox="1"/>
            <p:nvPr/>
          </p:nvSpPr>
          <p:spPr>
            <a:xfrm>
              <a:off x="12770255" y="7588783"/>
              <a:ext cx="359355" cy="33753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defTabSz="457200">
                <a:lnSpc>
                  <a:spcPct val="120000"/>
                </a:lnSpc>
                <a:defRPr sz="1400">
                  <a:solidFill>
                    <a:srgbClr val="F0F0F0"/>
                  </a:solidFill>
                  <a:latin typeface="Arial"/>
                  <a:ea typeface="Arial"/>
                  <a:cs typeface="Arial"/>
                  <a:sym typeface="Arial"/>
                </a:defRPr>
              </a:lvl1pPr>
            </a:lstStyle>
            <a:p>
              <a:r>
                <a:rPr sz="1401" dirty="0">
                  <a:solidFill>
                    <a:schemeClr val="bg2"/>
                  </a:solidFill>
                  <a:latin typeface="Arial" panose="020B0604020202020204" pitchFamily="34" charset="0"/>
                  <a:cs typeface="Arial" panose="020B0604020202020204" pitchFamily="34" charset="0"/>
                </a:rPr>
                <a:t>4</a:t>
              </a:r>
              <a:endParaRPr sz="1401" dirty="0">
                <a:solidFill>
                  <a:schemeClr val="bg2"/>
                </a:solidFill>
                <a:latin typeface="Arial" panose="020B0604020202020204" pitchFamily="34" charset="0"/>
                <a:cs typeface="Arial" panose="020B0604020202020204" pitchFamily="34" charset="0"/>
              </a:endParaRPr>
            </a:p>
          </p:txBody>
        </p:sp>
      </p:grpSp>
      <p:sp>
        <p:nvSpPr>
          <p:cNvPr id="37" name="Rectangle">
            <a:extLst>
              <a:ext uri="{FF2B5EF4-FFF2-40B4-BE49-F238E27FC236}">
                <a16:creationId xmlns:a16="http://schemas.microsoft.com/office/drawing/2014/main" id="{DA0FE29D-C06D-42BB-9E92-06085F143443}"/>
              </a:ext>
            </a:extLst>
          </p:cNvPr>
          <p:cNvSpPr/>
          <p:nvPr/>
        </p:nvSpPr>
        <p:spPr>
          <a:xfrm>
            <a:off x="1427163" y="2577132"/>
            <a:ext cx="3017521" cy="143978"/>
          </a:xfrm>
          <a:prstGeom prst="rect">
            <a:avLst/>
          </a:prstGeom>
          <a:solidFill>
            <a:schemeClr val="accent1"/>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8" name="Subtitle Text">
            <a:extLst>
              <a:ext uri="{FF2B5EF4-FFF2-40B4-BE49-F238E27FC236}">
                <a16:creationId xmlns:a16="http://schemas.microsoft.com/office/drawing/2014/main" id="{D41CB391-5895-4F83-8887-A6B85C87E9B8}"/>
              </a:ext>
            </a:extLst>
          </p:cNvPr>
          <p:cNvSpPr/>
          <p:nvPr/>
        </p:nvSpPr>
        <p:spPr>
          <a:xfrm>
            <a:off x="1427164" y="2266950"/>
            <a:ext cx="3322710" cy="3375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algn="l" defTabSz="457200">
              <a:lnSpc>
                <a:spcPct val="120000"/>
              </a:lnSpc>
              <a:defRPr sz="1400" cap="all" spc="1120">
                <a:solidFill>
                  <a:srgbClr val="242423"/>
                </a:solidFill>
                <a:latin typeface="Arial"/>
                <a:ea typeface="Arial"/>
                <a:cs typeface="Arial"/>
                <a:sym typeface="Arial"/>
              </a:defRPr>
            </a:lvl1pPr>
          </a:lstStyle>
          <a:p>
            <a:r>
              <a:rPr lang="ru-RU" sz="1401" dirty="0">
                <a:solidFill>
                  <a:schemeClr val="accent1"/>
                </a:solidFill>
                <a:latin typeface="Arial" panose="020B0604020202020204" pitchFamily="34" charset="0"/>
                <a:cs typeface="Arial" panose="020B0604020202020204" pitchFamily="34" charset="0"/>
              </a:rPr>
              <a:t>Субкультура</a:t>
            </a:r>
            <a:endParaRPr lang="ru-RU" sz="1401" dirty="0">
              <a:solidFill>
                <a:schemeClr val="accent1"/>
              </a:solidFill>
              <a:latin typeface="Arial" panose="020B0604020202020204" pitchFamily="34" charset="0"/>
              <a:cs typeface="Arial" panose="020B0604020202020204" pitchFamily="34" charset="0"/>
            </a:endParaRPr>
          </a:p>
        </p:txBody>
      </p:sp>
      <p:sp>
        <p:nvSpPr>
          <p:cNvPr id="36" name="Placeholder Demo Text">
            <a:extLst>
              <a:ext uri="{FF2B5EF4-FFF2-40B4-BE49-F238E27FC236}">
                <a16:creationId xmlns:a16="http://schemas.microsoft.com/office/drawing/2014/main" id="{10C43E83-64E6-4DAC-8EF0-4D0BB961CFE4}"/>
              </a:ext>
            </a:extLst>
          </p:cNvPr>
          <p:cNvSpPr txBox="1"/>
          <p:nvPr/>
        </p:nvSpPr>
        <p:spPr>
          <a:xfrm>
            <a:off x="1299104" y="3232716"/>
            <a:ext cx="16297733" cy="1333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8000" b="0">
                <a:solidFill>
                  <a:srgbClr val="242423"/>
                </a:solidFill>
                <a:latin typeface="Montserrat Bold"/>
                <a:ea typeface="Montserrat Bold"/>
                <a:cs typeface="Montserrat Bold"/>
                <a:sym typeface="Montserrat Bold"/>
              </a:defRPr>
            </a:lvl1pPr>
          </a:lstStyle>
          <a:p>
            <a:r>
              <a:rPr lang="ru-RU" b="1" dirty="0">
                <a:solidFill>
                  <a:schemeClr val="accent1"/>
                </a:solidFill>
                <a:latin typeface="Arial" panose="020B0604020202020204" pitchFamily="34" charset="0"/>
                <a:cs typeface="Arial" panose="020B0604020202020204" pitchFamily="34" charset="0"/>
              </a:rPr>
              <a:t>Отличительные черты</a:t>
            </a:r>
            <a:endParaRPr lang="ru-RU" b="1" dirty="0">
              <a:solidFill>
                <a:schemeClr val="accent1"/>
              </a:solidFill>
              <a:latin typeface="Arial" panose="020B0604020202020204" pitchFamily="34" charset="0"/>
              <a:cs typeface="Arial" panose="020B0604020202020204" pitchFamily="34" charset="0"/>
            </a:endParaRPr>
          </a:p>
        </p:txBody>
      </p:sp>
      <mc:AlternateContent xmlns:mc="http://schemas.openxmlformats.org/markup-compatibility/2006">
        <mc:Choice xmlns:am3d="http://schemas.microsoft.com/office/drawing/2017/model3d" Requires="am3d">
          <p:graphicFrame>
            <p:nvGraphicFramePr>
              <p:cNvPr id="9002" name="!!Emblem3D" descr="3D-модель эмблемы Президентской академии"/>
              <p:cNvGraphicFramePr>
                <a:graphicFrameLocks noGrp="1" noChangeAspect="1"/>
              </p:cNvGraphicFramePr>
              <p:nvPr/>
            </p:nvGraphicFramePr>
            <p:xfrm>
              <a:off x="20204582" y="9506102"/>
              <a:ext cx="3299156" cy="3299156"/>
            </p:xfrm>
            <a:graphic>
              <a:graphicData uri="http://schemas.microsoft.com/office/drawing/2017/model3d">
                <am3d:model3d r:embed="rId2">
                  <am3d:spPr>
                    <a:xfrm>
                      <a:off x="20204582" y="9506102"/>
                      <a:ext cx="3299156" cy="3299156"/>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0" ay="1800000" az="0"/>
                    <am3d:postTrans dx="0" dy="0" dz="0"/>
                  </am3d:trans>
                  <am3d:raster rName="Office3DRenderer" rVer="16.0.8326">
                    <am3d:blip r:embed="rId3"/>
                  </am3d:raster>
                  <am3d:objViewport viewportSz="329915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02" name="!!Emblem3D" descr="3D-модель эмблемы Президентской академии"/>
              <p:cNvPicPr>
                <a:picLocks noGrp="1" noRot="1" noChangeAspect="1" noMove="1" noResize="1" noEditPoints="1" noAdjustHandles="1" noChangeArrowheads="1" noChangeShapeType="1" noCrop="1"/>
              </p:cNvPicPr>
              <p:nvPr/>
            </p:nvPicPr>
            <p:blipFill>
              <a:blip r:embed="rId3"/>
              <a:stretch>
                <a:fillRect/>
              </a:stretch>
            </p:blipFill>
            <p:spPr>
              <a:xfrm>
                <a:off x="20204582" y="9506102"/>
                <a:ext cx="3299156" cy="3299156"/>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12" name="!!Boot3D" descr="3D-модель ботинка с высокой шнуровкой"/>
              <p:cNvGraphicFramePr>
                <a:graphicFrameLocks noGrp="1" noChangeAspect="1"/>
              </p:cNvGraphicFramePr>
              <p:nvPr/>
            </p:nvGraphicFramePr>
            <p:xfrm>
              <a:off x="4716475" y="8374075"/>
              <a:ext cx="4648810" cy="4648810"/>
            </p:xfrm>
            <a:graphic>
              <a:graphicData uri="http://schemas.microsoft.com/office/drawing/2017/model3d">
                <am3d:model3d r:embed="rId4">
                  <am3d:spPr>
                    <a:xfrm>
                      <a:off x="4716475" y="8374075"/>
                      <a:ext cx="4648810" cy="4648810"/>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480000" ay="19500000" az="0"/>
                    <am3d:postTrans dx="0" dy="0" dz="0"/>
                  </am3d:trans>
                  <am3d:raster rName="Office3DRenderer" rVer="16.0.8326">
                    <am3d:blip r:embed="rId5"/>
                  </am3d:raster>
                  <am3d:objViewport viewportSz="464881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12" name="!!Boot3D" descr="3D-модель ботинка с высокой шнуровкой"/>
              <p:cNvPicPr>
                <a:picLocks noGrp="1" noRot="1" noChangeAspect="1" noMove="1" noResize="1" noEditPoints="1" noAdjustHandles="1" noChangeArrowheads="1" noChangeShapeType="1" noCrop="1"/>
              </p:cNvPicPr>
              <p:nvPr/>
            </p:nvPicPr>
            <p:blipFill>
              <a:blip r:embed="rId5"/>
              <a:stretch>
                <a:fillRect/>
              </a:stretch>
            </p:blipFill>
            <p:spPr>
              <a:xfrm>
                <a:off x="4716475" y="8374075"/>
                <a:ext cx="4648810" cy="4648810"/>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22" name="!!Braces3D" descr="3D-модель подтяжек"/>
              <p:cNvGraphicFramePr>
                <a:graphicFrameLocks noGrp="1" noChangeAspect="1"/>
              </p:cNvGraphicFramePr>
              <p:nvPr/>
            </p:nvGraphicFramePr>
            <p:xfrm>
              <a:off x="14717268" y="8956548"/>
              <a:ext cx="4123944" cy="4123944"/>
            </p:xfrm>
            <a:graphic>
              <a:graphicData uri="http://schemas.microsoft.com/office/drawing/2017/model3d">
                <am3d:model3d r:embed="rId6">
                  <am3d:spPr>
                    <a:xfrm>
                      <a:off x="14717268" y="8956548"/>
                      <a:ext cx="4123944" cy="4123944"/>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720000" ay="1500000" az="0"/>
                    <am3d:postTrans dx="0" dy="0" dz="0"/>
                  </am3d:trans>
                  <am3d:raster rName="Office3DRenderer" rVer="16.0.8326">
                    <am3d:blip r:embed="rId7"/>
                  </am3d:raster>
                  <am3d:objViewport viewportSz="412394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22" name="!!Braces3D" descr="3D-модель подтяжек"/>
              <p:cNvPicPr>
                <a:picLocks noGrp="1" noRot="1" noChangeAspect="1" noMove="1" noResize="1" noEditPoints="1" noAdjustHandles="1" noChangeArrowheads="1" noChangeShapeType="1" noCrop="1"/>
              </p:cNvPicPr>
              <p:nvPr/>
            </p:nvPicPr>
            <p:blipFill>
              <a:blip r:embed="rId7"/>
              <a:stretch>
                <a:fillRect/>
              </a:stretch>
            </p:blipFill>
            <p:spPr>
              <a:xfrm>
                <a:off x="14717268" y="8956548"/>
                <a:ext cx="4123944" cy="4123944"/>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32" name="!!Vinyl3D" descr="3D-модель виниловой пластинки ска"/>
              <p:cNvGraphicFramePr>
                <a:graphicFrameLocks noGrp="1" noChangeAspect="1"/>
              </p:cNvGraphicFramePr>
              <p:nvPr/>
            </p:nvGraphicFramePr>
            <p:xfrm>
              <a:off x="19778472" y="-7653528"/>
              <a:ext cx="5248656" cy="5248656"/>
            </p:xfrm>
            <a:graphic>
              <a:graphicData uri="http://schemas.microsoft.com/office/drawing/2017/model3d">
                <am3d:model3d r:embed="rId8">
                  <am3d:spPr>
                    <a:xfrm>
                      <a:off x="19778472" y="-7653528"/>
                      <a:ext cx="5248656" cy="5248656"/>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4200000" ay="14400000" az="0"/>
                    <am3d:postTrans dx="0" dy="0" dz="0"/>
                  </am3d:trans>
                  <am3d:raster rName="Office3DRenderer" rVer="16.0.8326">
                    <am3d:blip r:embed="rId9"/>
                  </am3d:raster>
                  <am3d:objViewport viewportSz="524865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32" name="!!Vinyl3D" descr="3D-модель виниловой пластинки ска"/>
              <p:cNvPicPr>
                <a:picLocks noGrp="1" noRot="1" noChangeAspect="1" noMove="1" noResize="1" noEditPoints="1" noAdjustHandles="1" noChangeArrowheads="1" noChangeShapeType="1" noCrop="1"/>
              </p:cNvPicPr>
              <p:nvPr/>
            </p:nvPicPr>
            <p:blipFill>
              <a:blip r:embed="rId9"/>
              <a:stretch>
                <a:fillRect/>
              </a:stretch>
            </p:blipFill>
            <p:spPr>
              <a:xfrm>
                <a:off x="19778472" y="-7653528"/>
                <a:ext cx="5248656" cy="5248656"/>
              </a:xfrm>
              <a:prstGeom prst="rect">
                <a:avLst/>
              </a:prstGeom>
              <a:effectLst>
                <a:glow rad="190500">
                  <a:srgbClr val="C80D3F">
                    <a:alpha val="40000"/>
                  </a:srgbClr>
                </a:glow>
              </a:effectLst>
            </p:spPr>
          </p:pic>
        </mc:Fallback>
      </mc:AlternateContent>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4" fill="hold">
                            <p:stCondLst>
                              <p:cond delay="0"/>
                            </p:stCondLst>
                            <p:childTnLst>
                              <p:par>
                                <p:cTn id="4" presetID="42" presetClass="entr" presetSubtype="0" fill="hold" nodeType="withEffect">
                                  <p:stCondLst>
                                    <p:cond delay="50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1200"/>
                                        <p:tgtEl>
                                          <p:spTgt spid="3"/>
                                        </p:tgtEl>
                                      </p:cBhvr>
                                    </p:animEffect>
                                    <p:anim calcmode="lin" valueType="num">
                                      <p:cBhvr>
                                        <p:cTn id="7" dur="1200" decel="100000" fill="hold"/>
                                        <p:tgtEl>
                                          <p:spTgt spid="3"/>
                                        </p:tgtEl>
                                        <p:attrNameLst>
                                          <p:attrName>ppt_x</p:attrName>
                                        </p:attrNameLst>
                                      </p:cBhvr>
                                      <p:tavLst>
                                        <p:tav tm="0">
                                          <p:val>
                                            <p:strVal val="#ppt_x"/>
                                          </p:val>
                                        </p:tav>
                                        <p:tav tm="100000">
                                          <p:val>
                                            <p:strVal val="#ppt_x"/>
                                          </p:val>
                                        </p:tav>
                                      </p:tavLst>
                                    </p:anim>
                                    <p:anim calcmode="lin" valueType="num">
                                      <p:cBhvr>
                                        <p:cTn id="8" dur="1200" decel="100000" fill="hold"/>
                                        <p:tgtEl>
                                          <p:spTgt spid="3"/>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68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200"/>
                                        <p:tgtEl>
                                          <p:spTgt spid="4"/>
                                        </p:tgtEl>
                                      </p:cBhvr>
                                    </p:animEffect>
                                    <p:anim calcmode="lin" valueType="num">
                                      <p:cBhvr>
                                        <p:cTn id="12" dur="1200" decel="100000" fill="hold"/>
                                        <p:tgtEl>
                                          <p:spTgt spid="4"/>
                                        </p:tgtEl>
                                        <p:attrNameLst>
                                          <p:attrName>ppt_x</p:attrName>
                                        </p:attrNameLst>
                                      </p:cBhvr>
                                      <p:tavLst>
                                        <p:tav tm="0">
                                          <p:val>
                                            <p:strVal val="#ppt_x"/>
                                          </p:val>
                                        </p:tav>
                                        <p:tav tm="100000">
                                          <p:val>
                                            <p:strVal val="#ppt_x"/>
                                          </p:val>
                                        </p:tav>
                                      </p:tavLst>
                                    </p:anim>
                                    <p:anim calcmode="lin" valueType="num">
                                      <p:cBhvr>
                                        <p:cTn id="13" dur="1200" decel="100000" fill="hold"/>
                                        <p:tgtEl>
                                          <p:spTgt spid="4"/>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86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200"/>
                                        <p:tgtEl>
                                          <p:spTgt spid="6"/>
                                        </p:tgtEl>
                                      </p:cBhvr>
                                    </p:animEffect>
                                    <p:anim calcmode="lin" valueType="num">
                                      <p:cBhvr>
                                        <p:cTn id="17" dur="1200" decel="100000" fill="hold"/>
                                        <p:tgtEl>
                                          <p:spTgt spid="6"/>
                                        </p:tgtEl>
                                        <p:attrNameLst>
                                          <p:attrName>ppt_x</p:attrName>
                                        </p:attrNameLst>
                                      </p:cBhvr>
                                      <p:tavLst>
                                        <p:tav tm="0">
                                          <p:val>
                                            <p:strVal val="#ppt_x"/>
                                          </p:val>
                                        </p:tav>
                                        <p:tav tm="100000">
                                          <p:val>
                                            <p:strVal val="#ppt_x"/>
                                          </p:val>
                                        </p:tav>
                                      </p:tavLst>
                                    </p:anim>
                                    <p:anim calcmode="lin" valueType="num">
                                      <p:cBhvr>
                                        <p:cTn id="18" dur="1200" decel="100000" fill="hold"/>
                                        <p:tgtEl>
                                          <p:spTgt spid="6"/>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104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200"/>
                                        <p:tgtEl>
                                          <p:spTgt spid="7"/>
                                        </p:tgtEl>
                                      </p:cBhvr>
                                    </p:animEffect>
                                    <p:anim calcmode="lin" valueType="num">
                                      <p:cBhvr>
                                        <p:cTn id="22" dur="1200" decel="100000" fill="hold"/>
                                        <p:tgtEl>
                                          <p:spTgt spid="7"/>
                                        </p:tgtEl>
                                        <p:attrNameLst>
                                          <p:attrName>ppt_x</p:attrName>
                                        </p:attrNameLst>
                                      </p:cBhvr>
                                      <p:tavLst>
                                        <p:tav tm="0">
                                          <p:val>
                                            <p:strVal val="#ppt_x"/>
                                          </p:val>
                                        </p:tav>
                                        <p:tav tm="100000">
                                          <p:val>
                                            <p:strVal val="#ppt_x"/>
                                          </p:val>
                                        </p:tav>
                                      </p:tavLst>
                                    </p:anim>
                                    <p:anim calcmode="lin" valueType="num">
                                      <p:cBhvr>
                                        <p:cTn id="23" dur="1200" decel="100000" fill="hold"/>
                                        <p:tgtEl>
                                          <p:spTgt spid="7"/>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122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1200"/>
                                        <p:tgtEl>
                                          <p:spTgt spid="38"/>
                                        </p:tgtEl>
                                      </p:cBhvr>
                                    </p:animEffect>
                                    <p:anim calcmode="lin" valueType="num">
                                      <p:cBhvr>
                                        <p:cTn id="27" dur="1200" decel="100000" fill="hold"/>
                                        <p:tgtEl>
                                          <p:spTgt spid="38"/>
                                        </p:tgtEl>
                                        <p:attrNameLst>
                                          <p:attrName>ppt_x</p:attrName>
                                        </p:attrNameLst>
                                      </p:cBhvr>
                                      <p:tavLst>
                                        <p:tav tm="0">
                                          <p:val>
                                            <p:strVal val="#ppt_x"/>
                                          </p:val>
                                        </p:tav>
                                        <p:tav tm="100000">
                                          <p:val>
                                            <p:strVal val="#ppt_x"/>
                                          </p:val>
                                        </p:tav>
                                      </p:tavLst>
                                    </p:anim>
                                    <p:anim calcmode="lin" valueType="num">
                                      <p:cBhvr>
                                        <p:cTn id="28" dur="1200" decel="100000" fill="hold"/>
                                        <p:tgtEl>
                                          <p:spTgt spid="38"/>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140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1200"/>
                                        <p:tgtEl>
                                          <p:spTgt spid="36"/>
                                        </p:tgtEl>
                                      </p:cBhvr>
                                    </p:animEffect>
                                    <p:anim calcmode="lin" valueType="num">
                                      <p:cBhvr>
                                        <p:cTn id="32" dur="1200" decel="100000" fill="hold"/>
                                        <p:tgtEl>
                                          <p:spTgt spid="36"/>
                                        </p:tgtEl>
                                        <p:attrNameLst>
                                          <p:attrName>ppt_x</p:attrName>
                                        </p:attrNameLst>
                                      </p:cBhvr>
                                      <p:tavLst>
                                        <p:tav tm="0">
                                          <p:val>
                                            <p:strVal val="#ppt_x"/>
                                          </p:val>
                                        </p:tav>
                                        <p:tav tm="100000">
                                          <p:val>
                                            <p:strVal val="#ppt_x"/>
                                          </p:val>
                                        </p:tav>
                                      </p:tavLst>
                                    </p:anim>
                                    <p:anim calcmode="lin" valueType="num">
                                      <p:cBhvr>
                                        <p:cTn id="33" dur="1200" decel="100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4" name="Keep your face always toward the sunshine - and shadows will fall behind you."/>
          <p:cNvSpPr txBox="1"/>
          <p:nvPr/>
        </p:nvSpPr>
        <p:spPr>
          <a:xfrm>
            <a:off x="4885423" y="5148437"/>
            <a:ext cx="14637445" cy="37964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defTabSz="457200">
              <a:defRPr sz="4400" b="0">
                <a:solidFill>
                  <a:srgbClr val="242423"/>
                </a:solidFill>
                <a:latin typeface="Montserrat Bold"/>
                <a:ea typeface="Montserrat Bold"/>
                <a:cs typeface="Montserrat Bold"/>
                <a:sym typeface="Montserrat Bold"/>
              </a:defRPr>
            </a:lvl1pPr>
          </a:lstStyle>
          <a:p>
            <a:r>
              <a:rPr lang="ru-RU" sz="4400" b="1" dirty="0">
                <a:solidFill>
                  <a:schemeClr val="accent3"/>
                </a:solidFill>
                <a:latin typeface="Arial" panose="020B0604020202020204" pitchFamily="34" charset="0"/>
                <a:cs typeface="Arial" panose="020B0604020202020204" pitchFamily="34" charset="0"/>
              </a:rPr>
              <a:t>Изучение истории скинхедов помогает понять, как молодёжные субкультуры формируются, меняются и иногда становятся инструментом распространения экстремистских идей</a:t>
            </a:r>
            <a:endParaRPr lang="ru-RU" sz="4400" b="1" dirty="0">
              <a:solidFill>
                <a:schemeClr val="accent3"/>
              </a:solidFill>
              <a:latin typeface="Arial" panose="020B0604020202020204" pitchFamily="34" charset="0"/>
              <a:cs typeface="Arial" panose="020B0604020202020204" pitchFamily="34" charset="0"/>
            </a:endParaRPr>
          </a:p>
        </p:txBody>
      </p:sp>
      <p:sp>
        <p:nvSpPr>
          <p:cNvPr id="4745" name="Rectangle"/>
          <p:cNvSpPr/>
          <p:nvPr/>
        </p:nvSpPr>
        <p:spPr>
          <a:xfrm>
            <a:off x="4584145" y="8700000"/>
            <a:ext cx="15240000" cy="143978"/>
          </a:xfrm>
          <a:prstGeom prst="rect">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746" name="Walt Whitman"/>
          <p:cNvSpPr txBox="1"/>
          <p:nvPr/>
        </p:nvSpPr>
        <p:spPr>
          <a:xfrm>
            <a:off x="10451698" y="9300000"/>
            <a:ext cx="3480608" cy="3375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defTabSz="457200">
              <a:lnSpc>
                <a:spcPct val="120000"/>
              </a:lnSpc>
              <a:defRPr sz="1400" cap="all" spc="1120">
                <a:solidFill>
                  <a:srgbClr val="242423"/>
                </a:solidFill>
                <a:latin typeface="Arial"/>
                <a:ea typeface="Arial"/>
                <a:cs typeface="Arial"/>
                <a:sym typeface="Arial"/>
              </a:defRPr>
            </a:lvl1pPr>
          </a:lstStyle>
          <a:p>
            <a:pPr algn="ctr"/>
            <a:r>
              <a:rPr lang="ru-RU" sz="1401" dirty="0">
                <a:solidFill>
                  <a:schemeClr val="accent3"/>
                </a:solidFill>
                <a:latin typeface="Arial" panose="020B0604020202020204" pitchFamily="34" charset="0"/>
                <a:cs typeface="Arial" panose="020B0604020202020204" pitchFamily="34" charset="0"/>
              </a:rPr>
              <a:t>Вывод</a:t>
            </a:r>
            <a:endParaRPr lang="ru-RU" sz="1401" dirty="0">
              <a:solidFill>
                <a:schemeClr val="accent3"/>
              </a:solidFill>
              <a:latin typeface="Arial" panose="020B0604020202020204" pitchFamily="34" charset="0"/>
              <a:cs typeface="Arial" panose="020B0604020202020204" pitchFamily="34" charset="0"/>
            </a:endParaRPr>
          </a:p>
        </p:txBody>
      </p:sp>
      <p:sp>
        <p:nvSpPr>
          <p:cNvPr id="4747" name="Rectangle"/>
          <p:cNvSpPr/>
          <p:nvPr/>
        </p:nvSpPr>
        <p:spPr>
          <a:xfrm>
            <a:off x="4584145" y="4542810"/>
            <a:ext cx="15240000" cy="143975"/>
          </a:xfrm>
          <a:prstGeom prst="rect">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grpSp>
        <p:nvGrpSpPr>
          <p:cNvPr id="2" name="Group 1">
            <a:extLst>
              <a:ext uri="{FF2B5EF4-FFF2-40B4-BE49-F238E27FC236}">
                <a16:creationId xmlns:a16="http://schemas.microsoft.com/office/drawing/2014/main" id="{972EF1C7-B650-A747-9B07-7D052444B69F}"/>
              </a:ext>
            </a:extLst>
          </p:cNvPr>
          <p:cNvGrpSpPr/>
          <p:nvPr/>
        </p:nvGrpSpPr>
        <p:grpSpPr>
          <a:xfrm>
            <a:off x="11569145" y="2633134"/>
            <a:ext cx="1270001" cy="1270001"/>
            <a:chOff x="11569144" y="2633133"/>
            <a:chExt cx="1270001" cy="1270001"/>
          </a:xfrm>
        </p:grpSpPr>
        <p:sp>
          <p:nvSpPr>
            <p:cNvPr id="4748" name="Rounded Rectangle"/>
            <p:cNvSpPr/>
            <p:nvPr/>
          </p:nvSpPr>
          <p:spPr>
            <a:xfrm>
              <a:off x="11569144" y="2633133"/>
              <a:ext cx="1270001" cy="1270001"/>
            </a:xfrm>
            <a:prstGeom prst="roundRect">
              <a:avLst>
                <a:gd name="adj" fmla="val 30239"/>
              </a:avLst>
            </a:prstGeom>
            <a:solidFill>
              <a:schemeClr val="accent1"/>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749" name="Graphic 52"/>
            <p:cNvSpPr/>
            <p:nvPr/>
          </p:nvSpPr>
          <p:spPr>
            <a:xfrm>
              <a:off x="11932294" y="3053762"/>
              <a:ext cx="543701" cy="430430"/>
            </a:xfrm>
            <a:custGeom>
              <a:avLst/>
              <a:gdLst/>
              <a:ahLst/>
              <a:cxnLst>
                <a:cxn ang="0">
                  <a:pos x="wd2" y="hd2"/>
                </a:cxn>
                <a:cxn ang="5400000">
                  <a:pos x="wd2" y="hd2"/>
                </a:cxn>
                <a:cxn ang="10800000">
                  <a:pos x="wd2" y="hd2"/>
                </a:cxn>
                <a:cxn ang="16200000">
                  <a:pos x="wd2" y="hd2"/>
                </a:cxn>
              </a:cxnLst>
              <a:rect l="0" t="0" r="r" b="b"/>
              <a:pathLst>
                <a:path w="21600" h="21597" extrusionOk="0">
                  <a:moveTo>
                    <a:pt x="18450" y="0"/>
                  </a:moveTo>
                  <a:lnTo>
                    <a:pt x="14850" y="0"/>
                  </a:lnTo>
                  <a:cubicBezTo>
                    <a:pt x="13110" y="0"/>
                    <a:pt x="11700" y="1781"/>
                    <a:pt x="11700" y="3979"/>
                  </a:cubicBezTo>
                  <a:lnTo>
                    <a:pt x="11700" y="8525"/>
                  </a:lnTo>
                  <a:cubicBezTo>
                    <a:pt x="11700" y="10722"/>
                    <a:pt x="13110" y="12504"/>
                    <a:pt x="14850" y="12504"/>
                  </a:cubicBezTo>
                  <a:lnTo>
                    <a:pt x="18757" y="12504"/>
                  </a:lnTo>
                  <a:cubicBezTo>
                    <a:pt x="18461" y="15069"/>
                    <a:pt x="17140" y="17260"/>
                    <a:pt x="15260" y="18301"/>
                  </a:cubicBezTo>
                  <a:cubicBezTo>
                    <a:pt x="14565" y="18639"/>
                    <a:pt x="14217" y="19626"/>
                    <a:pt x="14485" y="20504"/>
                  </a:cubicBezTo>
                  <a:cubicBezTo>
                    <a:pt x="14686" y="21165"/>
                    <a:pt x="15190" y="21600"/>
                    <a:pt x="15750" y="21597"/>
                  </a:cubicBezTo>
                  <a:cubicBezTo>
                    <a:pt x="15917" y="21599"/>
                    <a:pt x="16084" y="21560"/>
                    <a:pt x="16240" y="21484"/>
                  </a:cubicBezTo>
                  <a:cubicBezTo>
                    <a:pt x="19942" y="19665"/>
                    <a:pt x="21600" y="14804"/>
                    <a:pt x="21600" y="10799"/>
                  </a:cubicBezTo>
                  <a:lnTo>
                    <a:pt x="21600" y="3979"/>
                  </a:lnTo>
                  <a:cubicBezTo>
                    <a:pt x="21600" y="1781"/>
                    <a:pt x="20190" y="0"/>
                    <a:pt x="18450" y="0"/>
                  </a:cubicBezTo>
                  <a:close/>
                  <a:moveTo>
                    <a:pt x="14400" y="8525"/>
                  </a:moveTo>
                  <a:lnTo>
                    <a:pt x="14400" y="3979"/>
                  </a:lnTo>
                  <a:cubicBezTo>
                    <a:pt x="14400" y="3665"/>
                    <a:pt x="14601" y="3410"/>
                    <a:pt x="14850" y="3410"/>
                  </a:cubicBezTo>
                  <a:lnTo>
                    <a:pt x="18450" y="3410"/>
                  </a:lnTo>
                  <a:cubicBezTo>
                    <a:pt x="18699" y="3410"/>
                    <a:pt x="18900" y="3665"/>
                    <a:pt x="18900" y="3979"/>
                  </a:cubicBezTo>
                  <a:lnTo>
                    <a:pt x="18900" y="9094"/>
                  </a:lnTo>
                  <a:lnTo>
                    <a:pt x="14850" y="9094"/>
                  </a:lnTo>
                  <a:cubicBezTo>
                    <a:pt x="14601" y="9094"/>
                    <a:pt x="14400" y="8839"/>
                    <a:pt x="14400" y="8525"/>
                  </a:cubicBezTo>
                  <a:close/>
                  <a:moveTo>
                    <a:pt x="6750" y="0"/>
                  </a:moveTo>
                  <a:lnTo>
                    <a:pt x="3150" y="0"/>
                  </a:lnTo>
                  <a:cubicBezTo>
                    <a:pt x="1410" y="0"/>
                    <a:pt x="0" y="1781"/>
                    <a:pt x="0" y="3979"/>
                  </a:cubicBezTo>
                  <a:lnTo>
                    <a:pt x="0" y="8525"/>
                  </a:lnTo>
                  <a:cubicBezTo>
                    <a:pt x="0" y="10722"/>
                    <a:pt x="1410" y="12504"/>
                    <a:pt x="3150" y="12504"/>
                  </a:cubicBezTo>
                  <a:lnTo>
                    <a:pt x="7057" y="12504"/>
                  </a:lnTo>
                  <a:cubicBezTo>
                    <a:pt x="6761" y="15069"/>
                    <a:pt x="5440" y="17260"/>
                    <a:pt x="3560" y="18301"/>
                  </a:cubicBezTo>
                  <a:cubicBezTo>
                    <a:pt x="2865" y="18639"/>
                    <a:pt x="2517" y="19626"/>
                    <a:pt x="2785" y="20504"/>
                  </a:cubicBezTo>
                  <a:cubicBezTo>
                    <a:pt x="2986" y="21165"/>
                    <a:pt x="3490" y="21600"/>
                    <a:pt x="4050" y="21597"/>
                  </a:cubicBezTo>
                  <a:cubicBezTo>
                    <a:pt x="4217" y="21599"/>
                    <a:pt x="4384" y="21560"/>
                    <a:pt x="4540" y="21484"/>
                  </a:cubicBezTo>
                  <a:cubicBezTo>
                    <a:pt x="8242" y="19665"/>
                    <a:pt x="9900" y="14804"/>
                    <a:pt x="9900" y="10799"/>
                  </a:cubicBezTo>
                  <a:lnTo>
                    <a:pt x="9900" y="3979"/>
                  </a:lnTo>
                  <a:cubicBezTo>
                    <a:pt x="9900" y="1781"/>
                    <a:pt x="8490" y="0"/>
                    <a:pt x="6750" y="0"/>
                  </a:cubicBezTo>
                  <a:close/>
                  <a:moveTo>
                    <a:pt x="2700" y="8525"/>
                  </a:moveTo>
                  <a:lnTo>
                    <a:pt x="2700" y="3979"/>
                  </a:lnTo>
                  <a:cubicBezTo>
                    <a:pt x="2700" y="3665"/>
                    <a:pt x="2901" y="3410"/>
                    <a:pt x="3150" y="3410"/>
                  </a:cubicBezTo>
                  <a:lnTo>
                    <a:pt x="6750" y="3410"/>
                  </a:lnTo>
                  <a:cubicBezTo>
                    <a:pt x="6999" y="3410"/>
                    <a:pt x="7200" y="3665"/>
                    <a:pt x="7200" y="3979"/>
                  </a:cubicBezTo>
                  <a:lnTo>
                    <a:pt x="7200" y="9094"/>
                  </a:lnTo>
                  <a:lnTo>
                    <a:pt x="3150" y="9094"/>
                  </a:lnTo>
                  <a:cubicBezTo>
                    <a:pt x="2901" y="9094"/>
                    <a:pt x="2700" y="8839"/>
                    <a:pt x="2700" y="8525"/>
                  </a:cubicBezTo>
                  <a:close/>
                </a:path>
              </a:pathLst>
            </a:custGeom>
            <a:solidFill>
              <a:schemeClr val="bg2"/>
            </a:solidFill>
            <a:ln w="12700">
              <a:miter lim="400000"/>
            </a:ln>
          </p:spPr>
          <p:txBody>
            <a:bodyPr lIns="45718" rIns="45718"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grpSp>
      <mc:AlternateContent xmlns:mc="http://schemas.openxmlformats.org/markup-compatibility/2006">
        <mc:Choice xmlns:am3d="http://schemas.microsoft.com/office/drawing/2017/model3d" Requires="am3d">
          <p:graphicFrame>
            <p:nvGraphicFramePr>
              <p:cNvPr id="9002" name="!!Emblem3D" descr="3D-модель эмблемы Президентской академии"/>
              <p:cNvGraphicFramePr>
                <a:graphicFrameLocks noGrp="1" noChangeAspect="1"/>
              </p:cNvGraphicFramePr>
              <p:nvPr/>
            </p:nvGraphicFramePr>
            <p:xfrm>
              <a:off x="636422" y="4202582"/>
              <a:ext cx="3299156" cy="3299156"/>
            </p:xfrm>
            <a:graphic>
              <a:graphicData uri="http://schemas.microsoft.com/office/drawing/2017/model3d">
                <am3d:model3d r:embed="rId2">
                  <am3d:spPr>
                    <a:xfrm>
                      <a:off x="636422" y="4202582"/>
                      <a:ext cx="3299156" cy="3299156"/>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0" ay="0" az="0"/>
                    <am3d:postTrans dx="0" dy="0" dz="0"/>
                  </am3d:trans>
                  <am3d:raster rName="Office3DRenderer" rVer="16.0.8326">
                    <am3d:blip r:embed="rId3"/>
                  </am3d:raster>
                  <am3d:objViewport viewportSz="329915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02" name="!!Emblem3D" descr="3D-модель эмблемы Президентской академии"/>
              <p:cNvPicPr>
                <a:picLocks noGrp="1" noRot="1" noChangeAspect="1" noMove="1" noResize="1" noEditPoints="1" noAdjustHandles="1" noChangeArrowheads="1" noChangeShapeType="1" noCrop="1"/>
              </p:cNvPicPr>
              <p:nvPr/>
            </p:nvPicPr>
            <p:blipFill>
              <a:blip r:embed="rId3"/>
              <a:stretch>
                <a:fillRect/>
              </a:stretch>
            </p:blipFill>
            <p:spPr>
              <a:xfrm>
                <a:off x="636422" y="4202582"/>
                <a:ext cx="3299156" cy="3299156"/>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12" name="!!Boot3D" descr="3D-модель ботинка с высокой шнуровкой"/>
              <p:cNvGraphicFramePr>
                <a:graphicFrameLocks noGrp="1" noChangeAspect="1"/>
              </p:cNvGraphicFramePr>
              <p:nvPr/>
            </p:nvGraphicFramePr>
            <p:xfrm>
              <a:off x="27509724" y="8764524"/>
              <a:ext cx="4873752" cy="4873752"/>
            </p:xfrm>
            <a:graphic>
              <a:graphicData uri="http://schemas.microsoft.com/office/drawing/2017/model3d">
                <am3d:model3d r:embed="rId4">
                  <am3d:spPr>
                    <a:xfrm>
                      <a:off x="27509724" y="8764524"/>
                      <a:ext cx="4873752" cy="4873752"/>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2400000" ay="9600000" az="1800000"/>
                    <am3d:postTrans dx="0" dy="0" dz="0"/>
                  </am3d:trans>
                  <am3d:raster rName="Office3DRenderer" rVer="16.0.8326">
                    <am3d:blip r:embed="rId5"/>
                  </am3d:raster>
                  <am3d:objViewport viewportSz="487375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12" name="!!Boot3D" descr="3D-модель ботинка с высокой шнуровкой"/>
              <p:cNvPicPr>
                <a:picLocks noGrp="1" noRot="1" noChangeAspect="1" noMove="1" noResize="1" noEditPoints="1" noAdjustHandles="1" noChangeArrowheads="1" noChangeShapeType="1" noCrop="1"/>
              </p:cNvPicPr>
              <p:nvPr/>
            </p:nvPicPr>
            <p:blipFill>
              <a:blip r:embed="rId5"/>
              <a:stretch>
                <a:fillRect/>
              </a:stretch>
            </p:blipFill>
            <p:spPr>
              <a:xfrm>
                <a:off x="27509724" y="8764524"/>
                <a:ext cx="4873752" cy="4873752"/>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22" name="!!Braces3D" descr="3D-модель подтяжек"/>
              <p:cNvGraphicFramePr>
                <a:graphicFrameLocks noGrp="1" noChangeAspect="1"/>
              </p:cNvGraphicFramePr>
              <p:nvPr/>
            </p:nvGraphicFramePr>
            <p:xfrm>
              <a:off x="-7735824" y="10094976"/>
              <a:ext cx="4498848" cy="4498848"/>
            </p:xfrm>
            <a:graphic>
              <a:graphicData uri="http://schemas.microsoft.com/office/drawing/2017/model3d">
                <am3d:model3d r:embed="rId6">
                  <am3d:spPr>
                    <a:xfrm>
                      <a:off x="-7735824" y="10094976"/>
                      <a:ext cx="4498848" cy="4498848"/>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19800000" ay="12000000" az="20400000"/>
                    <am3d:postTrans dx="0" dy="0" dz="0"/>
                  </am3d:trans>
                  <am3d:raster rName="Office3DRenderer" rVer="16.0.8326">
                    <am3d:blip r:embed="rId7"/>
                  </am3d:raster>
                  <am3d:objViewport viewportSz="44988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22" name="!!Braces3D" descr="3D-модель подтяжек"/>
              <p:cNvPicPr>
                <a:picLocks noGrp="1" noRot="1" noChangeAspect="1" noMove="1" noResize="1" noEditPoints="1" noAdjustHandles="1" noChangeArrowheads="1" noChangeShapeType="1" noCrop="1"/>
              </p:cNvPicPr>
              <p:nvPr/>
            </p:nvPicPr>
            <p:blipFill>
              <a:blip r:embed="rId7"/>
              <a:stretch>
                <a:fillRect/>
              </a:stretch>
            </p:blipFill>
            <p:spPr>
              <a:xfrm>
                <a:off x="-7735824" y="10094976"/>
                <a:ext cx="4498848" cy="4498848"/>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32" name="!!Vinyl3D" descr="3D-модель виниловой пластинки ска"/>
              <p:cNvGraphicFramePr>
                <a:graphicFrameLocks noGrp="1" noChangeAspect="1"/>
              </p:cNvGraphicFramePr>
              <p:nvPr/>
            </p:nvGraphicFramePr>
            <p:xfrm>
              <a:off x="19778472" y="-7653528"/>
              <a:ext cx="5248656" cy="5248656"/>
            </p:xfrm>
            <a:graphic>
              <a:graphicData uri="http://schemas.microsoft.com/office/drawing/2017/model3d">
                <am3d:model3d r:embed="rId8">
                  <am3d:spPr>
                    <a:xfrm>
                      <a:off x="19778472" y="-7653528"/>
                      <a:ext cx="5248656" cy="5248656"/>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4200000" ay="14400000" az="0"/>
                    <am3d:postTrans dx="0" dy="0" dz="0"/>
                  </am3d:trans>
                  <am3d:raster rName="Office3DRenderer" rVer="16.0.8326">
                    <am3d:blip r:embed="rId9"/>
                  </am3d:raster>
                  <am3d:objViewport viewportSz="524865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32" name="!!Vinyl3D" descr="3D-модель виниловой пластинки ска"/>
              <p:cNvPicPr>
                <a:picLocks noGrp="1" noRot="1" noChangeAspect="1" noMove="1" noResize="1" noEditPoints="1" noAdjustHandles="1" noChangeArrowheads="1" noChangeShapeType="1" noCrop="1"/>
              </p:cNvPicPr>
              <p:nvPr/>
            </p:nvPicPr>
            <p:blipFill>
              <a:blip r:embed="rId9"/>
              <a:stretch>
                <a:fillRect/>
              </a:stretch>
            </p:blipFill>
            <p:spPr>
              <a:xfrm>
                <a:off x="19778472" y="-7653528"/>
                <a:ext cx="5248656" cy="5248656"/>
              </a:xfrm>
              <a:prstGeom prst="rect">
                <a:avLst/>
              </a:prstGeom>
              <a:effectLst>
                <a:glow rad="190500">
                  <a:srgbClr val="C80D3F">
                    <a:alpha val="40000"/>
                  </a:srgbClr>
                </a:glow>
              </a:effectLst>
            </p:spPr>
          </p:pic>
        </mc:Fallback>
      </mc:AlternateContent>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nodeType="withEffect">
                                  <p:stCondLst>
                                    <p:cond delay="500"/>
                                  </p:stCondLst>
                                  <p:childTnLst>
                                    <p:set>
                                      <p:cBhvr>
                                        <p:cTn id="5" dur="1" fill="hold">
                                          <p:stCondLst>
                                            <p:cond delay="0"/>
                                          </p:stCondLst>
                                        </p:cTn>
                                        <p:tgtEl>
                                          <p:spTgt spid="4744"/>
                                        </p:tgtEl>
                                        <p:attrNameLst>
                                          <p:attrName>style.visibility</p:attrName>
                                        </p:attrNameLst>
                                      </p:cBhvr>
                                      <p:to>
                                        <p:strVal val="visible"/>
                                      </p:to>
                                    </p:set>
                                    <p:animEffect transition="in" filter="fade">
                                      <p:cBhvr>
                                        <p:cTn id="6" dur="1200"/>
                                        <p:tgtEl>
                                          <p:spTgt spid="4744"/>
                                        </p:tgtEl>
                                      </p:cBhvr>
                                    </p:animEffect>
                                    <p:anim calcmode="lin" valueType="num">
                                      <p:cBhvr>
                                        <p:cTn id="7" dur="1200" decel="100000" fill="hold"/>
                                        <p:tgtEl>
                                          <p:spTgt spid="4744"/>
                                        </p:tgtEl>
                                        <p:attrNameLst>
                                          <p:attrName>ppt_x</p:attrName>
                                        </p:attrNameLst>
                                      </p:cBhvr>
                                      <p:tavLst>
                                        <p:tav tm="0">
                                          <p:val>
                                            <p:strVal val="#ppt_x"/>
                                          </p:val>
                                        </p:tav>
                                        <p:tav tm="100000">
                                          <p:val>
                                            <p:strVal val="#ppt_x"/>
                                          </p:val>
                                        </p:tav>
                                      </p:tavLst>
                                    </p:anim>
                                    <p:anim calcmode="lin" valueType="num">
                                      <p:cBhvr>
                                        <p:cTn id="8" dur="1200" decel="100000" fill="hold"/>
                                        <p:tgtEl>
                                          <p:spTgt spid="4744"/>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680"/>
                                  </p:stCondLst>
                                  <p:childTnLst>
                                    <p:set>
                                      <p:cBhvr>
                                        <p:cTn id="10" dur="1" fill="hold">
                                          <p:stCondLst>
                                            <p:cond delay="0"/>
                                          </p:stCondLst>
                                        </p:cTn>
                                        <p:tgtEl>
                                          <p:spTgt spid="4746"/>
                                        </p:tgtEl>
                                        <p:attrNameLst>
                                          <p:attrName>style.visibility</p:attrName>
                                        </p:attrNameLst>
                                      </p:cBhvr>
                                      <p:to>
                                        <p:strVal val="visible"/>
                                      </p:to>
                                    </p:set>
                                    <p:animEffect transition="in" filter="fade">
                                      <p:cBhvr>
                                        <p:cTn id="11" dur="1200"/>
                                        <p:tgtEl>
                                          <p:spTgt spid="4746"/>
                                        </p:tgtEl>
                                      </p:cBhvr>
                                    </p:animEffect>
                                    <p:anim calcmode="lin" valueType="num">
                                      <p:cBhvr>
                                        <p:cTn id="12" dur="1200" decel="100000" fill="hold"/>
                                        <p:tgtEl>
                                          <p:spTgt spid="4746"/>
                                        </p:tgtEl>
                                        <p:attrNameLst>
                                          <p:attrName>ppt_x</p:attrName>
                                        </p:attrNameLst>
                                      </p:cBhvr>
                                      <p:tavLst>
                                        <p:tav tm="0">
                                          <p:val>
                                            <p:strVal val="#ppt_x"/>
                                          </p:val>
                                        </p:tav>
                                        <p:tav tm="100000">
                                          <p:val>
                                            <p:strVal val="#ppt_x"/>
                                          </p:val>
                                        </p:tav>
                                      </p:tavLst>
                                    </p:anim>
                                    <p:anim calcmode="lin" valueType="num">
                                      <p:cBhvr>
                                        <p:cTn id="13" dur="1200" decel="100000" fill="hold"/>
                                        <p:tgtEl>
                                          <p:spTgt spid="47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9" name="Business Report"/>
          <p:cNvSpPr txBox="1"/>
          <p:nvPr/>
        </p:nvSpPr>
        <p:spPr>
          <a:xfrm>
            <a:off x="8781589" y="5082977"/>
            <a:ext cx="9104677" cy="30780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l">
              <a:defRPr sz="10000" b="0">
                <a:solidFill>
                  <a:srgbClr val="242423"/>
                </a:solidFill>
                <a:latin typeface="Montserrat Bold"/>
                <a:ea typeface="Montserrat Bold"/>
                <a:cs typeface="Montserrat Bold"/>
                <a:sym typeface="Montserrat Bold"/>
              </a:defRPr>
            </a:lvl1pPr>
          </a:lstStyle>
          <a:p>
            <a:r>
              <a:rPr lang="ru-RU" sz="10001" b="1" dirty="0">
                <a:solidFill>
                  <a:schemeClr val="accent1"/>
                </a:solidFill>
                <a:latin typeface="Arial" panose="020B0604020202020204" pitchFamily="34" charset="0"/>
                <a:cs typeface="Arial" panose="020B0604020202020204" pitchFamily="34" charset="0"/>
              </a:rPr>
              <a:t>Как менялось</a:t>
            </a:r>
            <a:br>
              <a:rPr lang="ru-RU" sz="10001" b="1" dirty="0">
                <a:solidFill>
                  <a:schemeClr val="accent1"/>
                </a:solidFill>
                <a:latin typeface="Arial" panose="020B0604020202020204" pitchFamily="34" charset="0"/>
                <a:cs typeface="Arial" panose="020B0604020202020204" pitchFamily="34" charset="0"/>
              </a:rPr>
            </a:br>
            <a:r>
              <a:rPr lang="ru-RU" sz="10001" b="1" dirty="0">
                <a:solidFill>
                  <a:schemeClr val="accent1"/>
                </a:solidFill>
                <a:latin typeface="Arial" panose="020B0604020202020204" pitchFamily="34" charset="0"/>
                <a:cs typeface="Arial" panose="020B0604020202020204" pitchFamily="34" charset="0"/>
              </a:rPr>
              <a:t>движение</a:t>
            </a:r>
            <a:endParaRPr lang="ru-RU" sz="10001" b="1" dirty="0">
              <a:solidFill>
                <a:schemeClr val="accent1"/>
              </a:solidFill>
              <a:latin typeface="Arial" panose="020B0604020202020204" pitchFamily="34" charset="0"/>
              <a:cs typeface="Arial" panose="020B0604020202020204" pitchFamily="34" charset="0"/>
            </a:endParaRPr>
          </a:p>
        </p:txBody>
      </p:sp>
      <p:sp>
        <p:nvSpPr>
          <p:cNvPr id="4772" name="Lorem ipsum dolor sit amet, consectetur adipiscing elit, sed do eiusmod tempor incididunt ut labore et dolore magna aliqua. Arcu dictum varius duis at consectetur lorem donec. Volutpat maecenas volutpat blandit aliquam. Egestas quis ipsum suspendisse ult"/>
          <p:cNvSpPr txBox="1"/>
          <p:nvPr/>
        </p:nvSpPr>
        <p:spPr>
          <a:xfrm>
            <a:off x="8915401" y="8910638"/>
            <a:ext cx="9104677" cy="37228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1" tIns="50801" rIns="50801" bIns="50801">
            <a:spAutoFit/>
          </a:bodyPr>
          <a:lstStyle>
            <a:lvl1pPr algn="l" defTabSz="457200">
              <a:lnSpc>
                <a:spcPct val="120000"/>
              </a:lnSpc>
              <a:defRPr sz="3000" b="0">
                <a:solidFill>
                  <a:srgbClr val="7F8189"/>
                </a:solidFill>
                <a:latin typeface="Arial"/>
                <a:ea typeface="Arial"/>
                <a:cs typeface="Arial"/>
                <a:sym typeface="Arial"/>
              </a:defRPr>
            </a:lvl1pPr>
          </a:lstStyle>
          <a:p>
            <a:pPr>
              <a:defRPr sz="3000" b="0">
                <a:solidFill>
                  <a:srgbClr val="7F8189"/>
                </a:solidFill>
                <a:latin typeface="Arial"/>
                <a:ea typeface="Arial"/>
                <a:cs typeface="Arial"/>
                <a:sym typeface="Arial"/>
              </a:defRPr>
            </a:pPr>
            <a:r>
              <a:rPr lang="ru-RU" sz="3000" b="1" dirty="0">
                <a:solidFill>
                  <a:schemeClr val="tx2"/>
                </a:solidFill>
                <a:latin typeface="Arial" panose="020B0604020202020204" pitchFamily="34" charset="0"/>
                <a:cs typeface="Arial" panose="020B0604020202020204" pitchFamily="34" charset="0"/>
              </a:rPr>
              <a:t>Первые скинхеды не обязательно придерживались расистских или политических взглядов.</a:t>
            </a:r>
            <a:endParaRPr lang="ru-RU" sz="3000" b="1" dirty="0">
              <a:solidFill>
                <a:schemeClr val="tx2"/>
              </a:solidFill>
              <a:latin typeface="Arial" panose="020B0604020202020204" pitchFamily="34" charset="0"/>
              <a:cs typeface="Arial" panose="020B0604020202020204" pitchFamily="34" charset="0"/>
            </a:endParaRPr>
          </a:p>
          <a:p>
            <a:pPr>
              <a:defRPr sz="3000" b="0">
                <a:solidFill>
                  <a:srgbClr val="7F8189"/>
                </a:solidFill>
                <a:latin typeface="Arial"/>
                <a:ea typeface="Arial"/>
                <a:cs typeface="Arial"/>
                <a:sym typeface="Arial"/>
              </a:defRPr>
            </a:pPr>
            <a:endParaRPr lang="ru-RU" sz="3000" b="1" dirty="0">
              <a:solidFill>
                <a:schemeClr val="tx2"/>
              </a:solidFill>
              <a:latin typeface="Arial" panose="020B0604020202020204" pitchFamily="34" charset="0"/>
              <a:cs typeface="Arial" panose="020B0604020202020204" pitchFamily="34" charset="0"/>
            </a:endParaRPr>
          </a:p>
          <a:p>
            <a:pPr>
              <a:defRPr sz="3000" b="0">
                <a:solidFill>
                  <a:srgbClr val="7F8189"/>
                </a:solidFill>
                <a:latin typeface="Arial"/>
                <a:ea typeface="Arial"/>
                <a:cs typeface="Arial"/>
                <a:sym typeface="Arial"/>
              </a:defRPr>
            </a:pPr>
            <a:r>
              <a:rPr lang="ru-RU" sz="3000" b="1" dirty="0">
                <a:solidFill>
                  <a:schemeClr val="tx2"/>
                </a:solidFill>
                <a:latin typeface="Arial" panose="020B0604020202020204" pitchFamily="34" charset="0"/>
                <a:cs typeface="Arial" panose="020B0604020202020204" pitchFamily="34" charset="0"/>
              </a:rPr>
              <a:t>Со временем движение стало разнообразным: одни участники сохранили первоначальные традиции, другие начали связывать себя с различными политическими направлениями.</a:t>
            </a:r>
            <a:endParaRPr lang="ru-RU" sz="3000" b="1" dirty="0">
              <a:solidFill>
                <a:schemeClr val="tx2"/>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6DA2205-D820-4DF9-BB59-58C04FA40609}"/>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8000"/>
                    </a14:imgEffect>
                  </a14:imgLayer>
                </a14:imgProps>
              </a:ext>
              <a:ext uri="{28A0092B-C50C-407E-A947-70E740481C1C}">
                <a14:useLocalDpi xmlns:a14="http://schemas.microsoft.com/office/drawing/2010/main" val="0"/>
              </a:ext>
            </a:extLst>
          </a:blip>
          <a:srcRect l="25444"/>
          <a:stretch/>
        </p:blipFill>
        <p:spPr>
          <a:xfrm>
            <a:off x="0" y="-45641"/>
            <a:ext cx="7813488" cy="13761641"/>
          </a:xfrm>
          <a:prstGeom prst="rect">
            <a:avLst/>
          </a:prstGeom>
        </p:spPr>
      </p:pic>
      <mc:AlternateContent xmlns:mc="http://schemas.openxmlformats.org/markup-compatibility/2006">
        <mc:Choice xmlns:am3d="http://schemas.microsoft.com/office/drawing/2017/model3d" Requires="am3d">
          <p:graphicFrame>
            <p:nvGraphicFramePr>
              <p:cNvPr id="9002" name="!!Emblem3D" descr="3D-модель эмблемы Президентской академии"/>
              <p:cNvGraphicFramePr>
                <a:graphicFrameLocks noGrp="1" noChangeAspect="1"/>
              </p:cNvGraphicFramePr>
              <p:nvPr/>
            </p:nvGraphicFramePr>
            <p:xfrm>
              <a:off x="18631814" y="3635654"/>
              <a:ext cx="4798772" cy="4798772"/>
            </p:xfrm>
            <a:graphic>
              <a:graphicData uri="http://schemas.microsoft.com/office/drawing/2017/model3d">
                <am3d:model3d r:embed="rId4">
                  <am3d:spPr>
                    <a:xfrm>
                      <a:off x="18631814" y="3635654"/>
                      <a:ext cx="4798772" cy="4798772"/>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0" ay="19800000" az="0"/>
                    <am3d:postTrans dx="0" dy="0" dz="0"/>
                  </am3d:trans>
                  <am3d:raster rName="Office3DRenderer" rVer="16.0.8326">
                    <am3d:blip r:embed="rId5"/>
                  </am3d:raster>
                  <am3d:objViewport viewportSz="479877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02" name="!!Emblem3D" descr="3D-модель эмблемы Президентской академии"/>
              <p:cNvPicPr>
                <a:picLocks noGrp="1" noRot="1" noChangeAspect="1" noMove="1" noResize="1" noEditPoints="1" noAdjustHandles="1" noChangeArrowheads="1" noChangeShapeType="1" noCrop="1"/>
              </p:cNvPicPr>
              <p:nvPr/>
            </p:nvPicPr>
            <p:blipFill>
              <a:blip r:embed="rId5"/>
              <a:stretch>
                <a:fillRect/>
              </a:stretch>
            </p:blipFill>
            <p:spPr>
              <a:xfrm>
                <a:off x="18631814" y="3635654"/>
                <a:ext cx="4798772" cy="4798772"/>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12" name="!!Boot3D" descr="3D-модель ботинка с высокой шнуровкой"/>
              <p:cNvGraphicFramePr>
                <a:graphicFrameLocks noGrp="1" noChangeAspect="1"/>
              </p:cNvGraphicFramePr>
              <p:nvPr/>
            </p:nvGraphicFramePr>
            <p:xfrm>
              <a:off x="27509724" y="8764524"/>
              <a:ext cx="4873752" cy="4873752"/>
            </p:xfrm>
            <a:graphic>
              <a:graphicData uri="http://schemas.microsoft.com/office/drawing/2017/model3d">
                <am3d:model3d r:embed="rId6">
                  <am3d:spPr>
                    <a:xfrm>
                      <a:off x="27509724" y="8764524"/>
                      <a:ext cx="4873752" cy="4873752"/>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2400000" ay="9600000" az="1800000"/>
                    <am3d:postTrans dx="0" dy="0" dz="0"/>
                  </am3d:trans>
                  <am3d:raster rName="Office3DRenderer" rVer="16.0.8326">
                    <am3d:blip r:embed="rId7"/>
                  </am3d:raster>
                  <am3d:objViewport viewportSz="487375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12" name="!!Boot3D" descr="3D-модель ботинка с высокой шнуровкой"/>
              <p:cNvPicPr>
                <a:picLocks noGrp="1" noRot="1" noChangeAspect="1" noMove="1" noResize="1" noEditPoints="1" noAdjustHandles="1" noChangeArrowheads="1" noChangeShapeType="1" noCrop="1"/>
              </p:cNvPicPr>
              <p:nvPr/>
            </p:nvPicPr>
            <p:blipFill>
              <a:blip r:embed="rId7"/>
              <a:stretch>
                <a:fillRect/>
              </a:stretch>
            </p:blipFill>
            <p:spPr>
              <a:xfrm>
                <a:off x="27509724" y="8764524"/>
                <a:ext cx="4873752" cy="4873752"/>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22" name="!!Braces3D" descr="3D-модель подтяжек"/>
              <p:cNvGraphicFramePr>
                <a:graphicFrameLocks noGrp="1" noChangeAspect="1"/>
              </p:cNvGraphicFramePr>
              <p:nvPr/>
            </p:nvGraphicFramePr>
            <p:xfrm>
              <a:off x="-7735824" y="10094976"/>
              <a:ext cx="4498848" cy="4498848"/>
            </p:xfrm>
            <a:graphic>
              <a:graphicData uri="http://schemas.microsoft.com/office/drawing/2017/model3d">
                <am3d:model3d r:embed="rId8">
                  <am3d:spPr>
                    <a:xfrm>
                      <a:off x="-7735824" y="10094976"/>
                      <a:ext cx="4498848" cy="4498848"/>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19800000" ay="12000000" az="20400000"/>
                    <am3d:postTrans dx="0" dy="0" dz="0"/>
                  </am3d:trans>
                  <am3d:raster rName="Office3DRenderer" rVer="16.0.8326">
                    <am3d:blip r:embed="rId9"/>
                  </am3d:raster>
                  <am3d:objViewport viewportSz="44988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22" name="!!Braces3D" descr="3D-модель подтяжек"/>
              <p:cNvPicPr>
                <a:picLocks noGrp="1" noRot="1" noChangeAspect="1" noMove="1" noResize="1" noEditPoints="1" noAdjustHandles="1" noChangeArrowheads="1" noChangeShapeType="1" noCrop="1"/>
              </p:cNvPicPr>
              <p:nvPr/>
            </p:nvPicPr>
            <p:blipFill>
              <a:blip r:embed="rId9"/>
              <a:stretch>
                <a:fillRect/>
              </a:stretch>
            </p:blipFill>
            <p:spPr>
              <a:xfrm>
                <a:off x="-7735824" y="10094976"/>
                <a:ext cx="4498848" cy="4498848"/>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32" name="!!Vinyl3D" descr="3D-модель виниловой пластинки ска"/>
              <p:cNvGraphicFramePr>
                <a:graphicFrameLocks noGrp="1" noChangeAspect="1"/>
              </p:cNvGraphicFramePr>
              <p:nvPr/>
            </p:nvGraphicFramePr>
            <p:xfrm>
              <a:off x="19778472" y="-7653528"/>
              <a:ext cx="5248656" cy="5248656"/>
            </p:xfrm>
            <a:graphic>
              <a:graphicData uri="http://schemas.microsoft.com/office/drawing/2017/model3d">
                <am3d:model3d r:embed="rId10">
                  <am3d:spPr>
                    <a:xfrm>
                      <a:off x="19778472" y="-7653528"/>
                      <a:ext cx="5248656" cy="5248656"/>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4200000" ay="14400000" az="0"/>
                    <am3d:postTrans dx="0" dy="0" dz="0"/>
                  </am3d:trans>
                  <am3d:raster rName="Office3DRenderer" rVer="16.0.8326">
                    <am3d:blip r:embed="rId11"/>
                  </am3d:raster>
                  <am3d:objViewport viewportSz="524865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32" name="!!Vinyl3D" descr="3D-модель виниловой пластинки ска"/>
              <p:cNvPicPr>
                <a:picLocks noGrp="1" noRot="1" noChangeAspect="1" noMove="1" noResize="1" noEditPoints="1" noAdjustHandles="1" noChangeArrowheads="1" noChangeShapeType="1" noCrop="1"/>
              </p:cNvPicPr>
              <p:nvPr/>
            </p:nvPicPr>
            <p:blipFill>
              <a:blip r:embed="rId11"/>
              <a:stretch>
                <a:fillRect/>
              </a:stretch>
            </p:blipFill>
            <p:spPr>
              <a:xfrm>
                <a:off x="19778472" y="-7653528"/>
                <a:ext cx="5248656" cy="5248656"/>
              </a:xfrm>
              <a:prstGeom prst="rect">
                <a:avLst/>
              </a:prstGeom>
              <a:effectLst>
                <a:glow rad="190500">
                  <a:srgbClr val="C80D3F">
                    <a:alpha val="40000"/>
                  </a:srgbClr>
                </a:glow>
              </a:effectLst>
            </p:spPr>
          </p:pic>
        </mc:Fallback>
      </mc:AlternateContent>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nodeType="withEffect">
                                  <p:stCondLst>
                                    <p:cond delay="500"/>
                                  </p:stCondLst>
                                  <p:childTnLst>
                                    <p:set>
                                      <p:cBhvr>
                                        <p:cTn id="5" dur="1" fill="hold">
                                          <p:stCondLst>
                                            <p:cond delay="0"/>
                                          </p:stCondLst>
                                        </p:cTn>
                                        <p:tgtEl>
                                          <p:spTgt spid="4769"/>
                                        </p:tgtEl>
                                        <p:attrNameLst>
                                          <p:attrName>style.visibility</p:attrName>
                                        </p:attrNameLst>
                                      </p:cBhvr>
                                      <p:to>
                                        <p:strVal val="visible"/>
                                      </p:to>
                                    </p:set>
                                    <p:animEffect transition="in" filter="fade">
                                      <p:cBhvr>
                                        <p:cTn id="6" dur="1200"/>
                                        <p:tgtEl>
                                          <p:spTgt spid="4769"/>
                                        </p:tgtEl>
                                      </p:cBhvr>
                                    </p:animEffect>
                                    <p:anim calcmode="lin" valueType="num">
                                      <p:cBhvr>
                                        <p:cTn id="7" dur="1200" decel="100000" fill="hold"/>
                                        <p:tgtEl>
                                          <p:spTgt spid="4769"/>
                                        </p:tgtEl>
                                        <p:attrNameLst>
                                          <p:attrName>ppt_x</p:attrName>
                                        </p:attrNameLst>
                                      </p:cBhvr>
                                      <p:tavLst>
                                        <p:tav tm="0">
                                          <p:val>
                                            <p:strVal val="#ppt_x"/>
                                          </p:val>
                                        </p:tav>
                                        <p:tav tm="100000">
                                          <p:val>
                                            <p:strVal val="#ppt_x"/>
                                          </p:val>
                                        </p:tav>
                                      </p:tavLst>
                                    </p:anim>
                                    <p:anim calcmode="lin" valueType="num">
                                      <p:cBhvr>
                                        <p:cTn id="8" dur="1200" decel="100000" fill="hold"/>
                                        <p:tgtEl>
                                          <p:spTgt spid="4769"/>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680"/>
                                  </p:stCondLst>
                                  <p:childTnLst>
                                    <p:set>
                                      <p:cBhvr>
                                        <p:cTn id="10" dur="1" fill="hold">
                                          <p:stCondLst>
                                            <p:cond delay="0"/>
                                          </p:stCondLst>
                                        </p:cTn>
                                        <p:tgtEl>
                                          <p:spTgt spid="4772"/>
                                        </p:tgtEl>
                                        <p:attrNameLst>
                                          <p:attrName>style.visibility</p:attrName>
                                        </p:attrNameLst>
                                      </p:cBhvr>
                                      <p:to>
                                        <p:strVal val="visible"/>
                                      </p:to>
                                    </p:set>
                                    <p:animEffect transition="in" filter="fade">
                                      <p:cBhvr>
                                        <p:cTn id="11" dur="1200"/>
                                        <p:tgtEl>
                                          <p:spTgt spid="4772"/>
                                        </p:tgtEl>
                                      </p:cBhvr>
                                    </p:animEffect>
                                    <p:anim calcmode="lin" valueType="num">
                                      <p:cBhvr>
                                        <p:cTn id="12" dur="1200" decel="100000" fill="hold"/>
                                        <p:tgtEl>
                                          <p:spTgt spid="4772"/>
                                        </p:tgtEl>
                                        <p:attrNameLst>
                                          <p:attrName>ppt_x</p:attrName>
                                        </p:attrNameLst>
                                      </p:cBhvr>
                                      <p:tavLst>
                                        <p:tav tm="0">
                                          <p:val>
                                            <p:strVal val="#ppt_x"/>
                                          </p:val>
                                        </p:tav>
                                        <p:tav tm="100000">
                                          <p:val>
                                            <p:strVal val="#ppt_x"/>
                                          </p:val>
                                        </p:tav>
                                      </p:tavLst>
                                    </p:anim>
                                    <p:anim calcmode="lin" valueType="num">
                                      <p:cBhvr>
                                        <p:cTn id="13" dur="1200" decel="100000" fill="hold"/>
                                        <p:tgtEl>
                                          <p:spTgt spid="477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Demo Text"/>
          <p:cNvSpPr txBox="1"/>
          <p:nvPr/>
        </p:nvSpPr>
        <p:spPr>
          <a:xfrm>
            <a:off x="1427163" y="2921514"/>
            <a:ext cx="12468450" cy="24622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r>
              <a:rPr lang="ru-RU" b="1" dirty="0">
                <a:solidFill>
                  <a:srgbClr val="C80D3F"/>
                </a:solidFill>
                <a:latin typeface="Arial" panose="020B0604020202020204" pitchFamily="34" charset="0"/>
                <a:cs typeface="Arial" panose="020B0604020202020204" pitchFamily="34" charset="0"/>
              </a:rPr>
              <a:t>Скинхеды</a:t>
            </a:r>
            <a:br>
              <a:rPr lang="ru-RU" b="1" dirty="0">
                <a:solidFill>
                  <a:srgbClr val="C80D3F"/>
                </a:solidFill>
                <a:latin typeface="Arial" panose="020B0604020202020204" pitchFamily="34" charset="0"/>
                <a:cs typeface="Arial" panose="020B0604020202020204" pitchFamily="34" charset="0"/>
              </a:rPr>
            </a:br>
            <a:r>
              <a:rPr lang="ru-RU" b="1" dirty="0">
                <a:solidFill>
                  <a:srgbClr val="C80D3F"/>
                </a:solidFill>
                <a:latin typeface="Arial" panose="020B0604020202020204" pitchFamily="34" charset="0"/>
                <a:cs typeface="Arial" panose="020B0604020202020204" pitchFamily="34" charset="0"/>
              </a:rPr>
              <a:t>в современном мире</a:t>
            </a:r>
            <a:endParaRPr lang="ru-RU" b="1" dirty="0">
              <a:solidFill>
                <a:srgbClr val="C80D3F"/>
              </a:solidFill>
              <a:latin typeface="Arial" panose="020B0604020202020204" pitchFamily="34" charset="0"/>
              <a:cs typeface="Arial" panose="020B0604020202020204" pitchFamily="34" charset="0"/>
            </a:endParaRPr>
          </a:p>
        </p:txBody>
      </p:sp>
      <p:sp>
        <p:nvSpPr>
          <p:cNvPr id="59" name="Lorem ipsum dolor sit amet, consectetur adipiscing elit, sed do eiusmod tempor incididunt ut labore et dolore magna aliqua. Arcu dictum varius duis at consectetur lorem donec. Volutpat maecenas volutpat blandit aliquam. Egestas quis ipsum suspendisse ult"/>
          <p:cNvSpPr txBox="1"/>
          <p:nvPr/>
        </p:nvSpPr>
        <p:spPr>
          <a:xfrm>
            <a:off x="1427164" y="5786698"/>
            <a:ext cx="12984480" cy="44330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l" defTabSz="457248">
              <a:lnSpc>
                <a:spcPct val="120000"/>
              </a:lnSpc>
              <a:defRPr sz="3000" b="0">
                <a:solidFill>
                  <a:srgbClr val="7F8189"/>
                </a:solidFill>
                <a:latin typeface="Arial"/>
                <a:ea typeface="Arial"/>
                <a:cs typeface="Arial"/>
                <a:sym typeface="Arial"/>
              </a:defRPr>
            </a:pPr>
            <a:r>
              <a:rPr lang="ru-RU" sz="3000" dirty="0">
                <a:solidFill>
                  <a:schemeClr val="tx2"/>
                </a:solidFill>
                <a:latin typeface="Arial" panose="020B0604020202020204" pitchFamily="34" charset="0"/>
                <a:cs typeface="Arial" panose="020B0604020202020204" pitchFamily="34" charset="0"/>
              </a:rPr>
              <a:t>Сегодня скинхед-культура существует в разных странах и продолжает развиваться.</a:t>
            </a:r>
            <a:endParaRPr lang="ru-RU" sz="3000" dirty="0">
              <a:solidFill>
                <a:schemeClr val="tx2"/>
              </a:solidFill>
              <a:latin typeface="Arial" panose="020B0604020202020204" pitchFamily="34" charset="0"/>
              <a:cs typeface="Arial" panose="020B0604020202020204" pitchFamily="34" charset="0"/>
            </a:endParaRPr>
          </a:p>
          <a:p>
            <a:pPr algn="l" defTabSz="457248">
              <a:lnSpc>
                <a:spcPct val="120000"/>
              </a:lnSpc>
              <a:defRPr sz="3000" b="0">
                <a:solidFill>
                  <a:srgbClr val="7F8189"/>
                </a:solidFill>
                <a:latin typeface="Arial"/>
                <a:ea typeface="Arial"/>
                <a:cs typeface="Arial"/>
                <a:sym typeface="Arial"/>
              </a:defRPr>
            </a:pPr>
            <a:endParaRPr lang="ru-RU" sz="3000" dirty="0">
              <a:solidFill>
                <a:schemeClr val="tx2"/>
              </a:solidFill>
              <a:latin typeface="Arial" panose="020B0604020202020204" pitchFamily="34" charset="0"/>
              <a:cs typeface="Arial" panose="020B0604020202020204" pitchFamily="34" charset="0"/>
            </a:endParaRPr>
          </a:p>
          <a:p>
            <a:pPr algn="l" defTabSz="457248">
              <a:lnSpc>
                <a:spcPct val="120000"/>
              </a:lnSpc>
              <a:defRPr sz="3000" b="0">
                <a:solidFill>
                  <a:srgbClr val="7F8189"/>
                </a:solidFill>
                <a:latin typeface="Arial"/>
                <a:ea typeface="Arial"/>
                <a:cs typeface="Arial"/>
                <a:sym typeface="Arial"/>
              </a:defRPr>
            </a:pPr>
            <a:r>
              <a:rPr lang="ru-RU" sz="3000" dirty="0">
                <a:solidFill>
                  <a:schemeClr val="tx2"/>
                </a:solidFill>
                <a:latin typeface="Arial" panose="020B0604020202020204" pitchFamily="34" charset="0"/>
                <a:cs typeface="Arial" panose="020B0604020202020204" pitchFamily="34" charset="0"/>
              </a:rPr>
              <a:t>Некоторые её представители интересуются музыкой, историей и стилем одежды, другие участвуют в политических движениях.</a:t>
            </a:r>
            <a:endParaRPr lang="ru-RU" sz="3000" dirty="0">
              <a:solidFill>
                <a:schemeClr val="tx2"/>
              </a:solidFill>
              <a:latin typeface="Arial" panose="020B0604020202020204" pitchFamily="34" charset="0"/>
              <a:cs typeface="Arial" panose="020B0604020202020204" pitchFamily="34" charset="0"/>
            </a:endParaRPr>
          </a:p>
          <a:p>
            <a:pPr algn="l" defTabSz="457248">
              <a:lnSpc>
                <a:spcPct val="120000"/>
              </a:lnSpc>
              <a:defRPr sz="3000" b="0">
                <a:solidFill>
                  <a:srgbClr val="7F8189"/>
                </a:solidFill>
                <a:latin typeface="Arial"/>
                <a:ea typeface="Arial"/>
                <a:cs typeface="Arial"/>
                <a:sym typeface="Arial"/>
              </a:defRPr>
            </a:pPr>
            <a:endParaRPr lang="ru-RU" sz="3000" dirty="0">
              <a:solidFill>
                <a:schemeClr val="tx2"/>
              </a:solidFill>
              <a:latin typeface="Arial" panose="020B0604020202020204" pitchFamily="34" charset="0"/>
              <a:cs typeface="Arial" panose="020B0604020202020204" pitchFamily="34" charset="0"/>
            </a:endParaRPr>
          </a:p>
          <a:p>
            <a:pPr algn="l" defTabSz="457248">
              <a:lnSpc>
                <a:spcPct val="120000"/>
              </a:lnSpc>
              <a:defRPr sz="3000" b="0">
                <a:solidFill>
                  <a:srgbClr val="7F8189"/>
                </a:solidFill>
                <a:latin typeface="Arial"/>
                <a:ea typeface="Arial"/>
                <a:cs typeface="Arial"/>
                <a:sym typeface="Arial"/>
              </a:defRPr>
            </a:pPr>
            <a:r>
              <a:rPr lang="ru-RU" sz="3000" dirty="0">
                <a:solidFill>
                  <a:schemeClr val="tx2"/>
                </a:solidFill>
                <a:latin typeface="Arial" panose="020B0604020202020204" pitchFamily="34" charset="0"/>
                <a:cs typeface="Arial" panose="020B0604020202020204" pitchFamily="34" charset="0"/>
              </a:rPr>
              <a:t>Радикальные группировки, связанные с ненавистью и насилием, могут представлять опасность для общества.</a:t>
            </a:r>
            <a:endParaRPr lang="ru-RU" sz="3000" dirty="0">
              <a:solidFill>
                <a:schemeClr val="tx2"/>
              </a:solidFill>
              <a:latin typeface="Arial" panose="020B0604020202020204" pitchFamily="34" charset="0"/>
              <a:cs typeface="Arial" panose="020B0604020202020204" pitchFamily="34" charset="0"/>
            </a:endParaRPr>
          </a:p>
        </p:txBody>
      </p:sp>
      <p:sp>
        <p:nvSpPr>
          <p:cNvPr id="60" name="Rectangle"/>
          <p:cNvSpPr/>
          <p:nvPr/>
        </p:nvSpPr>
        <p:spPr>
          <a:xfrm>
            <a:off x="1427163" y="2604480"/>
            <a:ext cx="3158692" cy="116630"/>
          </a:xfrm>
          <a:prstGeom prst="rect">
            <a:avLst/>
          </a:prstGeom>
          <a:solidFill>
            <a:srgbClr val="C80D3F"/>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61" name="Subtitle Text"/>
          <p:cNvSpPr/>
          <p:nvPr/>
        </p:nvSpPr>
        <p:spPr>
          <a:xfrm>
            <a:off x="1427164" y="2266950"/>
            <a:ext cx="3322710" cy="3375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solidFill>
            <a:srgbClr val="002B5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numCol="1" anchor="t">
            <a:spAutoFit/>
          </a:bodyPr>
          <a:lstStyle>
            <a:lvl1pPr algn="l" defTabSz="457200">
              <a:lnSpc>
                <a:spcPct val="120000"/>
              </a:lnSpc>
              <a:defRPr sz="1400" cap="all" spc="1120">
                <a:solidFill>
                  <a:srgbClr val="242423"/>
                </a:solidFill>
                <a:latin typeface="Arial"/>
                <a:ea typeface="Arial"/>
                <a:cs typeface="Arial"/>
                <a:sym typeface="Arial"/>
              </a:defRPr>
            </a:lvl1pPr>
          </a:lstStyle>
          <a:p>
            <a:r>
              <a:rPr lang="ru-RU" sz="1401" dirty="0">
                <a:solidFill>
                  <a:srgbClr val="C80D3F"/>
                </a:solidFill>
                <a:latin typeface="Arial" panose="020B0604020202020204" pitchFamily="34" charset="0"/>
                <a:cs typeface="Arial" panose="020B0604020202020204" pitchFamily="34" charset="0"/>
              </a:rPr>
              <a:t>Сегодня</a:t>
            </a:r>
            <a:endParaRPr lang="ru-RU" sz="1401" dirty="0">
              <a:solidFill>
                <a:srgbClr val="C80D3F"/>
              </a:solidFill>
              <a:latin typeface="Arial" panose="020B0604020202020204" pitchFamily="34" charset="0"/>
              <a:cs typeface="Arial" panose="020B0604020202020204" pitchFamily="34" charset="0"/>
            </a:endParaRPr>
          </a:p>
        </p:txBody>
      </p:sp>
      <mc:AlternateContent xmlns:mc="http://schemas.openxmlformats.org/markup-compatibility/2006">
        <mc:Choice xmlns:am3d="http://schemas.microsoft.com/office/drawing/2017/model3d" Requires="am3d">
          <p:graphicFrame>
            <p:nvGraphicFramePr>
              <p:cNvPr id="9002" name="!!Emblem3D" descr="3D-модель эмблемы Президентской академии"/>
              <p:cNvGraphicFramePr>
                <a:graphicFrameLocks noGrp="1" noChangeAspect="1"/>
              </p:cNvGraphicFramePr>
              <p:nvPr/>
            </p:nvGraphicFramePr>
            <p:xfrm>
              <a:off x="12183465" y="10080345"/>
              <a:ext cx="2699310" cy="2699310"/>
            </p:xfrm>
            <a:graphic>
              <a:graphicData uri="http://schemas.microsoft.com/office/drawing/2017/model3d">
                <am3d:model3d r:embed="rId2">
                  <am3d:spPr>
                    <a:xfrm>
                      <a:off x="12183465" y="10080345"/>
                      <a:ext cx="2699310" cy="2699310"/>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480000" ay="2100000" az="0"/>
                    <am3d:postTrans dx="0" dy="0" dz="0"/>
                  </am3d:trans>
                  <am3d:raster rName="Office3DRenderer" rVer="16.0.8326">
                    <am3d:blip r:embed="rId3"/>
                  </am3d:raster>
                  <am3d:objViewport viewportSz="269931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02" name="!!Emblem3D" descr="3D-модель эмблемы Президентской академии"/>
              <p:cNvPicPr>
                <a:picLocks noGrp="1" noRot="1" noChangeAspect="1" noMove="1" noResize="1" noEditPoints="1" noAdjustHandles="1" noChangeArrowheads="1" noChangeShapeType="1" noCrop="1"/>
              </p:cNvPicPr>
              <p:nvPr/>
            </p:nvPicPr>
            <p:blipFill>
              <a:blip r:embed="rId3"/>
              <a:stretch>
                <a:fillRect/>
              </a:stretch>
            </p:blipFill>
            <p:spPr>
              <a:xfrm>
                <a:off x="12183465" y="10080345"/>
                <a:ext cx="2699310" cy="2699310"/>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12" name="!!Vinyl3D" descr="3D-модель виниловой пластинки ска"/>
              <p:cNvGraphicFramePr>
                <a:graphicFrameLocks noGrp="1" noChangeAspect="1"/>
              </p:cNvGraphicFramePr>
              <p:nvPr/>
            </p:nvGraphicFramePr>
            <p:xfrm>
              <a:off x="15049195" y="2339035"/>
              <a:ext cx="4648810" cy="4648810"/>
            </p:xfrm>
            <a:graphic>
              <a:graphicData uri="http://schemas.microsoft.com/office/drawing/2017/model3d">
                <am3d:model3d r:embed="rId4">
                  <am3d:spPr>
                    <a:xfrm>
                      <a:off x="15049195" y="2339035"/>
                      <a:ext cx="4648810" cy="4648810"/>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20100000" ay="20100000" az="0"/>
                    <am3d:postTrans dx="0" dy="0" dz="0"/>
                  </am3d:trans>
                  <am3d:raster rName="Office3DRenderer" rVer="16.0.8326">
                    <am3d:blip r:embed="rId5"/>
                  </am3d:raster>
                  <am3d:objViewport viewportSz="464881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12" name="!!Vinyl3D" descr="3D-модель виниловой пластинки ска"/>
              <p:cNvPicPr>
                <a:picLocks noGrp="1" noRot="1" noChangeAspect="1" noMove="1" noResize="1" noEditPoints="1" noAdjustHandles="1" noChangeArrowheads="1" noChangeShapeType="1" noCrop="1"/>
              </p:cNvPicPr>
              <p:nvPr/>
            </p:nvPicPr>
            <p:blipFill>
              <a:blip r:embed="rId5"/>
              <a:stretch>
                <a:fillRect/>
              </a:stretch>
            </p:blipFill>
            <p:spPr>
              <a:xfrm>
                <a:off x="15049195" y="2339035"/>
                <a:ext cx="4648810" cy="4648810"/>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22" name="!!Boot3D" descr="3D-модель ботинка с высокой шнуровкой"/>
              <p:cNvGraphicFramePr>
                <a:graphicFrameLocks noGrp="1" noChangeAspect="1"/>
              </p:cNvGraphicFramePr>
              <p:nvPr/>
            </p:nvGraphicFramePr>
            <p:xfrm>
              <a:off x="18331891" y="6627571"/>
              <a:ext cx="5398618" cy="5398618"/>
            </p:xfrm>
            <a:graphic>
              <a:graphicData uri="http://schemas.microsoft.com/office/drawing/2017/model3d">
                <am3d:model3d r:embed="rId6">
                  <am3d:spPr>
                    <a:xfrm>
                      <a:off x="18331891" y="6627571"/>
                      <a:ext cx="5398618" cy="5398618"/>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480000" ay="19200000" az="0"/>
                    <am3d:postTrans dx="0" dy="0" dz="0"/>
                  </am3d:trans>
                  <am3d:raster rName="Office3DRenderer" rVer="16.0.8326">
                    <am3d:blip r:embed="rId7"/>
                  </am3d:raster>
                  <am3d:objViewport viewportSz="539861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22" name="!!Boot3D" descr="3D-модель ботинка с высокой шнуровкой"/>
              <p:cNvPicPr>
                <a:picLocks noGrp="1" noRot="1" noChangeAspect="1" noMove="1" noResize="1" noEditPoints="1" noAdjustHandles="1" noChangeArrowheads="1" noChangeShapeType="1" noCrop="1"/>
              </p:cNvPicPr>
              <p:nvPr/>
            </p:nvPicPr>
            <p:blipFill>
              <a:blip r:embed="rId7"/>
              <a:stretch>
                <a:fillRect/>
              </a:stretch>
            </p:blipFill>
            <p:spPr>
              <a:xfrm>
                <a:off x="18331891" y="6627571"/>
                <a:ext cx="5398618" cy="5398618"/>
              </a:xfrm>
              <a:prstGeom prst="rect">
                <a:avLst/>
              </a:prstGeom>
              <a:effectLst>
                <a:glow rad="190500">
                  <a:srgbClr val="C80D3F">
                    <a:alpha val="40000"/>
                  </a:srgbClr>
                </a:glow>
              </a:effectLst>
            </p:spPr>
          </p:pic>
        </mc:Fallback>
      </mc:AlternateContent>
      <mc:AlternateContent xmlns:mc="http://schemas.openxmlformats.org/markup-compatibility/2006">
        <mc:Choice xmlns:am3d="http://schemas.microsoft.com/office/drawing/2017/model3d" Requires="am3d">
          <p:graphicFrame>
            <p:nvGraphicFramePr>
              <p:cNvPr id="9032" name="!!Braces3D" descr="3D-модель подтяжек"/>
              <p:cNvGraphicFramePr>
                <a:graphicFrameLocks noGrp="1" noChangeAspect="1"/>
              </p:cNvGraphicFramePr>
              <p:nvPr/>
            </p:nvGraphicFramePr>
            <p:xfrm>
              <a:off x="-7735824" y="10094976"/>
              <a:ext cx="4498848" cy="4498848"/>
            </p:xfrm>
            <a:graphic>
              <a:graphicData uri="http://schemas.microsoft.com/office/drawing/2017/model3d">
                <am3d:model3d r:embed="rId8">
                  <am3d:spPr>
                    <a:xfrm>
                      <a:off x="-7735824" y="10094976"/>
                      <a:ext cx="4498848" cy="4498848"/>
                    </a:xfrm>
                    <a:prstGeom prst="rect">
                      <a:avLst/>
                    </a:prstGeom>
                    <a:effectLst>
                      <a:glow rad="190500">
                        <a:srgbClr val="C80D3F">
                          <a:alpha val="40000"/>
                        </a:srgbClr>
                      </a:glow>
                    </a:effectLst>
                  </am3d:spPr>
                  <am3d:camera>
                    <am3d:pos x="0" y="0" z="52000000"/>
                    <am3d:up dx="0" dy="36000000" dz="0"/>
                    <am3d:lookAt x="0" y="0" z="0"/>
                    <am3d:perspective fov="2700000"/>
                  </am3d:camera>
                  <am3d:trans>
                    <am3d:meterPerModelUnit n="1000000" d="1000000"/>
                    <am3d:preTrans dx="0" dy="0" dz="0"/>
                    <am3d:scale>
                      <am3d:sx n="1000000" d="1000000"/>
                      <am3d:sy n="1000000" d="1000000"/>
                      <am3d:sz n="1000000" d="1000000"/>
                    </am3d:scale>
                    <am3d:rot ax="19800000" ay="12000000" az="20400000"/>
                    <am3d:postTrans dx="0" dy="0" dz="0"/>
                  </am3d:trans>
                  <am3d:raster rName="Office3DRenderer" rVer="16.0.8326">
                    <am3d:blip r:embed="rId9"/>
                  </am3d:raster>
                  <am3d:objViewport viewportSz="44988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032" name="!!Braces3D" descr="3D-модель подтяжек"/>
              <p:cNvPicPr>
                <a:picLocks noGrp="1" noRot="1" noChangeAspect="1" noMove="1" noResize="1" noEditPoints="1" noAdjustHandles="1" noChangeArrowheads="1" noChangeShapeType="1" noCrop="1"/>
              </p:cNvPicPr>
              <p:nvPr/>
            </p:nvPicPr>
            <p:blipFill>
              <a:blip r:embed="rId9"/>
              <a:stretch>
                <a:fillRect/>
              </a:stretch>
            </p:blipFill>
            <p:spPr>
              <a:xfrm>
                <a:off x="-7735824" y="10094976"/>
                <a:ext cx="4498848" cy="4498848"/>
              </a:xfrm>
              <a:prstGeom prst="rect">
                <a:avLst/>
              </a:prstGeom>
              <a:effectLst>
                <a:glow rad="190500">
                  <a:srgbClr val="C80D3F">
                    <a:alpha val="40000"/>
                  </a:srgbClr>
                </a:glow>
              </a:effectLst>
            </p:spPr>
          </p:pic>
        </mc:Fallback>
      </mc:AlternateContent>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9" fill="hold">
                            <p:stCondLst>
                              <p:cond delay="0"/>
                            </p:stCondLst>
                            <p:childTnLst>
                              <p:par>
                                <p:cTn id="4" presetID="42" presetClass="entr" presetSubtype="0" fill="hold" nodeType="withEffect">
                                  <p:stCondLst>
                                    <p:cond delay="500"/>
                                  </p:stCondLst>
                                  <p:childTnLst>
                                    <p:set>
                                      <p:cBhvr>
                                        <p:cTn id="5" dur="1" fill="hold">
                                          <p:stCondLst>
                                            <p:cond delay="0"/>
                                          </p:stCondLst>
                                        </p:cTn>
                                        <p:tgtEl>
                                          <p:spTgt spid="58"/>
                                        </p:tgtEl>
                                        <p:attrNameLst>
                                          <p:attrName>style.visibility</p:attrName>
                                        </p:attrNameLst>
                                      </p:cBhvr>
                                      <p:to>
                                        <p:strVal val="visible"/>
                                      </p:to>
                                    </p:set>
                                    <p:animEffect transition="in" filter="fade">
                                      <p:cBhvr>
                                        <p:cTn id="6" dur="1200"/>
                                        <p:tgtEl>
                                          <p:spTgt spid="58"/>
                                        </p:tgtEl>
                                      </p:cBhvr>
                                    </p:animEffect>
                                    <p:anim calcmode="lin" valueType="num">
                                      <p:cBhvr>
                                        <p:cTn id="7" dur="1200" decel="100000" fill="hold"/>
                                        <p:tgtEl>
                                          <p:spTgt spid="58"/>
                                        </p:tgtEl>
                                        <p:attrNameLst>
                                          <p:attrName>ppt_x</p:attrName>
                                        </p:attrNameLst>
                                      </p:cBhvr>
                                      <p:tavLst>
                                        <p:tav tm="0">
                                          <p:val>
                                            <p:strVal val="#ppt_x"/>
                                          </p:val>
                                        </p:tav>
                                        <p:tav tm="100000">
                                          <p:val>
                                            <p:strVal val="#ppt_x"/>
                                          </p:val>
                                        </p:tav>
                                      </p:tavLst>
                                    </p:anim>
                                    <p:anim calcmode="lin" valueType="num">
                                      <p:cBhvr>
                                        <p:cTn id="8" dur="1200" decel="100000" fill="hold"/>
                                        <p:tgtEl>
                                          <p:spTgt spid="58"/>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680"/>
                                  </p:stCondLst>
                                  <p:childTnLst>
                                    <p:set>
                                      <p:cBhvr>
                                        <p:cTn id="10" dur="1" fill="hold">
                                          <p:stCondLst>
                                            <p:cond delay="0"/>
                                          </p:stCondLst>
                                        </p:cTn>
                                        <p:tgtEl>
                                          <p:spTgt spid="59"/>
                                        </p:tgtEl>
                                        <p:attrNameLst>
                                          <p:attrName>style.visibility</p:attrName>
                                        </p:attrNameLst>
                                      </p:cBhvr>
                                      <p:to>
                                        <p:strVal val="visible"/>
                                      </p:to>
                                    </p:set>
                                    <p:animEffect transition="in" filter="fade">
                                      <p:cBhvr>
                                        <p:cTn id="11" dur="1200"/>
                                        <p:tgtEl>
                                          <p:spTgt spid="59"/>
                                        </p:tgtEl>
                                      </p:cBhvr>
                                    </p:animEffect>
                                    <p:anim calcmode="lin" valueType="num">
                                      <p:cBhvr>
                                        <p:cTn id="12" dur="1200" decel="100000" fill="hold"/>
                                        <p:tgtEl>
                                          <p:spTgt spid="59"/>
                                        </p:tgtEl>
                                        <p:attrNameLst>
                                          <p:attrName>ppt_x</p:attrName>
                                        </p:attrNameLst>
                                      </p:cBhvr>
                                      <p:tavLst>
                                        <p:tav tm="0">
                                          <p:val>
                                            <p:strVal val="#ppt_x"/>
                                          </p:val>
                                        </p:tav>
                                        <p:tav tm="100000">
                                          <p:val>
                                            <p:strVal val="#ppt_x"/>
                                          </p:val>
                                        </p:tav>
                                      </p:tavLst>
                                    </p:anim>
                                    <p:anim calcmode="lin" valueType="num">
                                      <p:cBhvr>
                                        <p:cTn id="13" dur="1200" decel="100000" fill="hold"/>
                                        <p:tgtEl>
                                          <p:spTgt spid="59"/>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86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1200"/>
                                        <p:tgtEl>
                                          <p:spTgt spid="61"/>
                                        </p:tgtEl>
                                      </p:cBhvr>
                                    </p:animEffect>
                                    <p:anim calcmode="lin" valueType="num">
                                      <p:cBhvr>
                                        <p:cTn id="17" dur="1200" decel="100000" fill="hold"/>
                                        <p:tgtEl>
                                          <p:spTgt spid="61"/>
                                        </p:tgtEl>
                                        <p:attrNameLst>
                                          <p:attrName>ppt_x</p:attrName>
                                        </p:attrNameLst>
                                      </p:cBhvr>
                                      <p:tavLst>
                                        <p:tav tm="0">
                                          <p:val>
                                            <p:strVal val="#ppt_x"/>
                                          </p:val>
                                        </p:tav>
                                        <p:tav tm="100000">
                                          <p:val>
                                            <p:strVal val="#ppt_x"/>
                                          </p:val>
                                        </p:tav>
                                      </p:tavLst>
                                    </p:anim>
                                    <p:anim calcmode="lin" valueType="num">
                                      <p:cBhvr>
                                        <p:cTn id="18" dur="1200" decel="100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White">
  <a:themeElements>
    <a:clrScheme name="Акцент7">
      <a:dk1>
        <a:srgbClr val="232422"/>
      </a:dk1>
      <a:lt1>
        <a:srgbClr val="FFFFFF"/>
      </a:lt1>
      <a:dk2>
        <a:srgbClr val="7E8089"/>
      </a:dk2>
      <a:lt2>
        <a:srgbClr val="EFF0EF"/>
      </a:lt2>
      <a:accent1>
        <a:srgbClr val="C81240"/>
      </a:accent1>
      <a:accent2>
        <a:srgbClr val="A00F33"/>
      </a:accent2>
      <a:accent3>
        <a:srgbClr val="002B5B"/>
      </a:accent3>
      <a:accent4>
        <a:srgbClr val="004C7A"/>
      </a:accent4>
      <a:accent5>
        <a:srgbClr val="93969C"/>
      </a:accent5>
      <a:accent6>
        <a:srgbClr val="B3B6BA"/>
      </a:accent6>
      <a:hlink>
        <a:srgbClr val="7E8089"/>
      </a:hlink>
      <a:folHlink>
        <a:srgbClr val="93969C"/>
      </a:folHlink>
    </a:clrScheme>
    <a:fontScheme name="Academy">
      <a:majorFont>
        <a:latin typeface="Montserrat SemiBold"/>
        <a:ea typeface="Helvetica Neue Medium"/>
        <a:cs typeface="Helvetica Neue Medium"/>
      </a:majorFont>
      <a:minorFont>
        <a:latin typeface="Montserrat"/>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12806</TotalTime>
  <Words>9083</Words>
  <Application>Microsoft Office PowerPoint</Application>
  <PresentationFormat>Произвольный</PresentationFormat>
  <Paragraphs>1455</Paragraphs>
  <Slides>87</Slides>
  <Notes>5</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87</vt:i4>
      </vt:variant>
    </vt:vector>
  </HeadingPairs>
  <TitlesOfParts>
    <vt:vector size="92" baseType="lpstr">
      <vt:lpstr>Arial</vt:lpstr>
      <vt:lpstr>Arial Black</vt:lpstr>
      <vt:lpstr>Helvetica Neue</vt:lpstr>
      <vt:lpstr>Montserrat Bold</vt:lpstr>
      <vt:lpstr>White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Апакин Михаил Александрович</dc:creator>
  <cp:lastModifiedBy>Алсу Кленкова</cp:lastModifiedBy>
  <cp:revision>407</cp:revision>
  <cp:lastPrinted>2024-05-06T13:42:22Z</cp:lastPrinted>
  <dcterms:modified xsi:type="dcterms:W3CDTF">2026-04-05T20:52:46Z</dcterms:modified>
</cp:coreProperties>
</file>