
<file path=[Content_Types].xml><?xml version="1.0" encoding="utf-8"?>
<Types xmlns="http://schemas.openxmlformats.org/package/2006/content-types">
  <Default Extension="glb" ContentType="model/gltf-binary"/>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24.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69.xml" ContentType="application/vnd.openxmlformats-officedocument.presentationml.slide+xml"/>
  <Override PartName="/ppt/slides/slide79.xml" ContentType="application/vnd.openxmlformats-officedocument.presentationml.slide+xml"/>
  <Override PartName="/ppt/slides/slide8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ppt/slides/slide88.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89"/>
  </p:notesMasterIdLst>
  <p:handoutMasterIdLst>
    <p:handoutMasterId r:id="rId90"/>
  </p:handoutMasterIdLst>
  <p:sldIdLst>
    <p:sldId id="389" r:id="rId2"/>
    <p:sldId id="257" r:id="rId3"/>
    <p:sldId id="353" r:id="rId70"/>
    <p:sldId id="290" r:id="rId33"/>
    <p:sldId id="378" r:id="rId82"/>
    <p:sldId id="291" r:id="rId34"/>
    <p:sldId id="282" r:id="rId25"/>
    <p:sldId id="401" r:id="rId96"/>
    <p:sldId id="375" r:id="rId80"/>
  </p:sldIdLst>
  <p:sldSz cx="24384000" cy="13716000"/>
  <p:notesSz cx="9928225" cy="6797675"/>
  <p:defaultTextStyle>
    <a:defPPr marL="0" marR="0" indent="0" algn="l" defTabSz="914389"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ctr" defTabSz="825490" rtl="0" fontAlgn="auto" latinLnBrk="0" hangingPunct="0">
      <a:lnSpc>
        <a:spcPct val="100000"/>
      </a:lnSpc>
      <a:spcBef>
        <a:spcPts val="0"/>
      </a:spcBef>
      <a:spcAft>
        <a:spcPts val="0"/>
      </a:spcAft>
      <a:buClrTx/>
      <a:buSzTx/>
      <a:buFontTx/>
      <a:buNone/>
      <a:tabLst/>
      <a:defRPr kumimoji="0" sz="3000" b="1" i="0" u="none" strike="noStrike" cap="none" spc="0" normalizeH="0" baseline="0">
        <a:ln>
          <a:noFill/>
        </a:ln>
        <a:solidFill>
          <a:srgbClr val="000000"/>
        </a:solidFill>
        <a:effectLst/>
        <a:uFillTx/>
        <a:latin typeface="Helvetica Neue"/>
        <a:ea typeface="Helvetica Neue"/>
        <a:cs typeface="Helvetica Neue"/>
        <a:sym typeface="Helvetica Neue"/>
      </a:defRPr>
    </a:lvl1pPr>
    <a:lvl2pPr marL="0" marR="0" indent="457195" algn="ctr" defTabSz="825490" rtl="0" fontAlgn="auto" latinLnBrk="0" hangingPunct="0">
      <a:lnSpc>
        <a:spcPct val="100000"/>
      </a:lnSpc>
      <a:spcBef>
        <a:spcPts val="0"/>
      </a:spcBef>
      <a:spcAft>
        <a:spcPts val="0"/>
      </a:spcAft>
      <a:buClrTx/>
      <a:buSzTx/>
      <a:buFontTx/>
      <a:buNone/>
      <a:tabLst/>
      <a:defRPr kumimoji="0" sz="3000" b="1" i="0" u="none" strike="noStrike" cap="none" spc="0" normalizeH="0" baseline="0">
        <a:ln>
          <a:noFill/>
        </a:ln>
        <a:solidFill>
          <a:srgbClr val="000000"/>
        </a:solidFill>
        <a:effectLst/>
        <a:uFillTx/>
        <a:latin typeface="Helvetica Neue"/>
        <a:ea typeface="Helvetica Neue"/>
        <a:cs typeface="Helvetica Neue"/>
        <a:sym typeface="Helvetica Neue"/>
      </a:defRPr>
    </a:lvl2pPr>
    <a:lvl3pPr marL="0" marR="0" indent="914389" algn="ctr" defTabSz="825490" rtl="0" fontAlgn="auto" latinLnBrk="0" hangingPunct="0">
      <a:lnSpc>
        <a:spcPct val="100000"/>
      </a:lnSpc>
      <a:spcBef>
        <a:spcPts val="0"/>
      </a:spcBef>
      <a:spcAft>
        <a:spcPts val="0"/>
      </a:spcAft>
      <a:buClrTx/>
      <a:buSzTx/>
      <a:buFontTx/>
      <a:buNone/>
      <a:tabLst/>
      <a:defRPr kumimoji="0" sz="3000" b="1" i="0" u="none" strike="noStrike" cap="none" spc="0" normalizeH="0" baseline="0">
        <a:ln>
          <a:noFill/>
        </a:ln>
        <a:solidFill>
          <a:srgbClr val="000000"/>
        </a:solidFill>
        <a:effectLst/>
        <a:uFillTx/>
        <a:latin typeface="Helvetica Neue"/>
        <a:ea typeface="Helvetica Neue"/>
        <a:cs typeface="Helvetica Neue"/>
        <a:sym typeface="Helvetica Neue"/>
      </a:defRPr>
    </a:lvl3pPr>
    <a:lvl4pPr marL="0" marR="0" indent="1371584" algn="ctr" defTabSz="825490" rtl="0" fontAlgn="auto" latinLnBrk="0" hangingPunct="0">
      <a:lnSpc>
        <a:spcPct val="100000"/>
      </a:lnSpc>
      <a:spcBef>
        <a:spcPts val="0"/>
      </a:spcBef>
      <a:spcAft>
        <a:spcPts val="0"/>
      </a:spcAft>
      <a:buClrTx/>
      <a:buSzTx/>
      <a:buFontTx/>
      <a:buNone/>
      <a:tabLst/>
      <a:defRPr kumimoji="0" sz="3000" b="1" i="0" u="none" strike="noStrike" cap="none" spc="0" normalizeH="0" baseline="0">
        <a:ln>
          <a:noFill/>
        </a:ln>
        <a:solidFill>
          <a:srgbClr val="000000"/>
        </a:solidFill>
        <a:effectLst/>
        <a:uFillTx/>
        <a:latin typeface="Helvetica Neue"/>
        <a:ea typeface="Helvetica Neue"/>
        <a:cs typeface="Helvetica Neue"/>
        <a:sym typeface="Helvetica Neue"/>
      </a:defRPr>
    </a:lvl4pPr>
    <a:lvl5pPr marL="0" marR="0" indent="1828778" algn="ctr" defTabSz="825490" rtl="0" fontAlgn="auto" latinLnBrk="0" hangingPunct="0">
      <a:lnSpc>
        <a:spcPct val="100000"/>
      </a:lnSpc>
      <a:spcBef>
        <a:spcPts val="0"/>
      </a:spcBef>
      <a:spcAft>
        <a:spcPts val="0"/>
      </a:spcAft>
      <a:buClrTx/>
      <a:buSzTx/>
      <a:buFontTx/>
      <a:buNone/>
      <a:tabLst/>
      <a:defRPr kumimoji="0" sz="3000" b="1" i="0" u="none" strike="noStrike" cap="none" spc="0" normalizeH="0" baseline="0">
        <a:ln>
          <a:noFill/>
        </a:ln>
        <a:solidFill>
          <a:srgbClr val="000000"/>
        </a:solidFill>
        <a:effectLst/>
        <a:uFillTx/>
        <a:latin typeface="Helvetica Neue"/>
        <a:ea typeface="Helvetica Neue"/>
        <a:cs typeface="Helvetica Neue"/>
        <a:sym typeface="Helvetica Neue"/>
      </a:defRPr>
    </a:lvl5pPr>
    <a:lvl6pPr marL="0" marR="0" indent="2285973" algn="ctr" defTabSz="825490" rtl="0" fontAlgn="auto" latinLnBrk="0" hangingPunct="0">
      <a:lnSpc>
        <a:spcPct val="100000"/>
      </a:lnSpc>
      <a:spcBef>
        <a:spcPts val="0"/>
      </a:spcBef>
      <a:spcAft>
        <a:spcPts val="0"/>
      </a:spcAft>
      <a:buClrTx/>
      <a:buSzTx/>
      <a:buFontTx/>
      <a:buNone/>
      <a:tabLst/>
      <a:defRPr kumimoji="0" sz="3000" b="1" i="0" u="none" strike="noStrike" cap="none" spc="0" normalizeH="0" baseline="0">
        <a:ln>
          <a:noFill/>
        </a:ln>
        <a:solidFill>
          <a:srgbClr val="000000"/>
        </a:solidFill>
        <a:effectLst/>
        <a:uFillTx/>
        <a:latin typeface="Helvetica Neue"/>
        <a:ea typeface="Helvetica Neue"/>
        <a:cs typeface="Helvetica Neue"/>
        <a:sym typeface="Helvetica Neue"/>
      </a:defRPr>
    </a:lvl6pPr>
    <a:lvl7pPr marL="0" marR="0" indent="2743167" algn="ctr" defTabSz="825490" rtl="0" fontAlgn="auto" latinLnBrk="0" hangingPunct="0">
      <a:lnSpc>
        <a:spcPct val="100000"/>
      </a:lnSpc>
      <a:spcBef>
        <a:spcPts val="0"/>
      </a:spcBef>
      <a:spcAft>
        <a:spcPts val="0"/>
      </a:spcAft>
      <a:buClrTx/>
      <a:buSzTx/>
      <a:buFontTx/>
      <a:buNone/>
      <a:tabLst/>
      <a:defRPr kumimoji="0" sz="3000" b="1" i="0" u="none" strike="noStrike" cap="none" spc="0" normalizeH="0" baseline="0">
        <a:ln>
          <a:noFill/>
        </a:ln>
        <a:solidFill>
          <a:srgbClr val="000000"/>
        </a:solidFill>
        <a:effectLst/>
        <a:uFillTx/>
        <a:latin typeface="Helvetica Neue"/>
        <a:ea typeface="Helvetica Neue"/>
        <a:cs typeface="Helvetica Neue"/>
        <a:sym typeface="Helvetica Neue"/>
      </a:defRPr>
    </a:lvl7pPr>
    <a:lvl8pPr marL="0" marR="0" indent="3200362" algn="ctr" defTabSz="825490" rtl="0" fontAlgn="auto" latinLnBrk="0" hangingPunct="0">
      <a:lnSpc>
        <a:spcPct val="100000"/>
      </a:lnSpc>
      <a:spcBef>
        <a:spcPts val="0"/>
      </a:spcBef>
      <a:spcAft>
        <a:spcPts val="0"/>
      </a:spcAft>
      <a:buClrTx/>
      <a:buSzTx/>
      <a:buFontTx/>
      <a:buNone/>
      <a:tabLst/>
      <a:defRPr kumimoji="0" sz="3000" b="1" i="0" u="none" strike="noStrike" cap="none" spc="0" normalizeH="0" baseline="0">
        <a:ln>
          <a:noFill/>
        </a:ln>
        <a:solidFill>
          <a:srgbClr val="000000"/>
        </a:solidFill>
        <a:effectLst/>
        <a:uFillTx/>
        <a:latin typeface="Helvetica Neue"/>
        <a:ea typeface="Helvetica Neue"/>
        <a:cs typeface="Helvetica Neue"/>
        <a:sym typeface="Helvetica Neue"/>
      </a:defRPr>
    </a:lvl8pPr>
    <a:lvl9pPr marL="0" marR="0" indent="3657556" algn="ctr" defTabSz="825490" rtl="0" fontAlgn="auto" latinLnBrk="0" hangingPunct="0">
      <a:lnSpc>
        <a:spcPct val="100000"/>
      </a:lnSpc>
      <a:spcBef>
        <a:spcPts val="0"/>
      </a:spcBef>
      <a:spcAft>
        <a:spcPts val="0"/>
      </a:spcAft>
      <a:buClrTx/>
      <a:buSzTx/>
      <a:buFontTx/>
      <a:buNone/>
      <a:tabLst/>
      <a:defRPr kumimoji="0" sz="3000" b="1" i="0" u="none" strike="noStrike" cap="none" spc="0" normalizeH="0" baseline="0">
        <a:ln>
          <a:noFill/>
        </a:ln>
        <a:solidFill>
          <a:srgbClr val="000000"/>
        </a:solidFill>
        <a:effectLst/>
        <a:uFillTx/>
        <a:latin typeface="Helvetica Neue"/>
        <a:ea typeface="Helvetica Neue"/>
        <a:cs typeface="Helvetica Neue"/>
        <a:sym typeface="Helvetica Neue"/>
      </a:defRPr>
    </a:lvl9pPr>
  </p:defaultTextStyle>
  <p:extLst>
    <p:ext uri="{EFAFB233-063F-42B5-8137-9DF3F51BA10A}">
      <p15:sldGuideLst xmlns:p15="http://schemas.microsoft.com/office/powerpoint/2012/main">
        <p15:guide id="1" orient="horz" pos="7835" userDrawn="1">
          <p15:clr>
            <a:srgbClr val="A4A3A4"/>
          </p15:clr>
        </p15:guide>
        <p15:guide id="2" orient="horz" pos="2029" userDrawn="1">
          <p15:clr>
            <a:srgbClr val="A4A3A4"/>
          </p15:clr>
        </p15:guide>
        <p15:guide id="3" pos="921" userDrawn="1">
          <p15:clr>
            <a:srgbClr val="A4A3A4"/>
          </p15:clr>
        </p15:guide>
        <p15:guide id="4" pos="14484" userDrawn="1">
          <p15:clr>
            <a:srgbClr val="A4A3A4"/>
          </p15:clr>
        </p15:guide>
        <p15:guide id="5" orient="horz" pos="7814" userDrawn="1">
          <p15:clr>
            <a:srgbClr val="A4A3A4"/>
          </p15:clr>
        </p15:guide>
        <p15:guide id="6" orient="horz" pos="7518" userDrawn="1">
          <p15:clr>
            <a:srgbClr val="A4A3A4"/>
          </p15:clr>
        </p15:guide>
        <p15:guide id="7" orient="horz" pos="6000" userDrawn="1">
          <p15:clr>
            <a:srgbClr val="A4A3A4"/>
          </p15:clr>
        </p15:guide>
        <p15:guide id="8" orient="horz" pos="5635" userDrawn="1">
          <p15:clr>
            <a:srgbClr val="A4A3A4"/>
          </p15:clr>
        </p15:guide>
        <p15:guide id="9" pos="5617" userDrawn="1">
          <p15:clr>
            <a:srgbClr val="A4A3A4"/>
          </p15:clr>
        </p15:guide>
        <p15:guide id="10" orient="horz" pos="3368" userDrawn="1">
          <p15:clr>
            <a:srgbClr val="A4A3A4"/>
          </p15:clr>
        </p15:guide>
        <p15:guide id="11" orient="horz" pos="2732" userDrawn="1">
          <p15:clr>
            <a:srgbClr val="A4A3A4"/>
          </p15:clr>
        </p15:guide>
        <p15:guide id="12" pos="2737" userDrawn="1">
          <p15:clr>
            <a:srgbClr val="A4A3A4"/>
          </p15:clr>
        </p15:guide>
        <p15:guide id="13" pos="3303" userDrawn="1">
          <p15:clr>
            <a:srgbClr val="A4A3A4"/>
          </p15:clr>
        </p15:guide>
        <p15:guide id="14" pos="1969" userDrawn="1">
          <p15:clr>
            <a:srgbClr val="A4A3A4"/>
          </p15:clr>
        </p15:guide>
        <p15:guide id="15" pos="6410" userDrawn="1">
          <p15:clr>
            <a:srgbClr val="A4A3A4"/>
          </p15:clr>
        </p15:guide>
        <p15:guide id="16" pos="8791" userDrawn="1">
          <p15:clr>
            <a:srgbClr val="A4A3A4"/>
          </p15:clr>
        </p15:guide>
        <p15:guide id="17" pos="14144" userDrawn="1">
          <p15:clr>
            <a:srgbClr val="A4A3A4"/>
          </p15:clr>
        </p15:guide>
        <p15:guide id="18" pos="9449" userDrawn="1">
          <p15:clr>
            <a:srgbClr val="A4A3A4"/>
          </p15:clr>
        </p15:guide>
        <p15:guide id="19" pos="9835" userDrawn="1">
          <p15:clr>
            <a:srgbClr val="A4A3A4"/>
          </p15:clr>
        </p15:guide>
        <p15:guide id="20" pos="11786" userDrawn="1">
          <p15:clr>
            <a:srgbClr val="A4A3A4"/>
          </p15:clr>
        </p15:guide>
        <p15:guide id="21" pos="12217" userDrawn="1">
          <p15:clr>
            <a:srgbClr val="A4A3A4"/>
          </p15:clr>
        </p15:guide>
        <p15:guide id="22" pos="8089" userDrawn="1">
          <p15:clr>
            <a:srgbClr val="A4A3A4"/>
          </p15:clr>
        </p15:guide>
        <p15:guide id="23" pos="4528" userDrawn="1">
          <p15:clr>
            <a:srgbClr val="A4A3A4"/>
          </p15:clr>
        </p15:guide>
        <p15:guide id="24" orient="horz" pos="2640" userDrawn="1">
          <p15:clr>
            <a:srgbClr val="A4A3A4"/>
          </p15:clr>
        </p15:guide>
        <p15:guide id="25" pos="7226"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Апакин Михаил Александрович" initials="АМА" lastIdx="0" clrIdx="0">
    <p:extLst>
      <p:ext uri="{19B8F6BF-5375-455C-9EA6-DF929625EA0E}">
        <p15:presenceInfo xmlns:p15="http://schemas.microsoft.com/office/powerpoint/2012/main" userId="S-1-5-21-3840247747-1450702109-120892074-122389"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DAFC0"/>
    <a:srgbClr val="C80D3F"/>
    <a:srgbClr val="FF5F61"/>
    <a:srgbClr val="E63542"/>
    <a:srgbClr val="E85E68"/>
    <a:srgbClr val="D3E0E4"/>
    <a:srgbClr val="4D56BC"/>
    <a:srgbClr val="5BA7D5"/>
    <a:srgbClr val="002B5B"/>
    <a:srgbClr val="1B253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
          <a:latin typeface="Helvetica Neue"/>
          <a:ea typeface="Helvetica Neue"/>
          <a:cs typeface="Helvetica Neue"/>
        </a:font>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FFFFFF"/>
          </a:solidFill>
        </a:fill>
      </a:tcStyle>
    </a:wholeTbl>
    <a:band2H>
      <a:tcTxStyle/>
      <a:tcStyle>
        <a:tcBdr/>
        <a:fill>
          <a:solidFill>
            <a:srgbClr val="E3E5E8"/>
          </a:solidFill>
        </a:fill>
      </a:tcStyle>
    </a:band2H>
    <a:firstCol>
      <a:tcTxStyle b="on" i="off">
        <a:font>
          <a:latin typeface="Helvetica Neue"/>
          <a:ea typeface="Helvetica Neue"/>
          <a:cs typeface="Helvetica Neue"/>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lumOff val="-13575"/>
            </a:schemeClr>
          </a:solidFill>
        </a:fill>
      </a:tcStyle>
    </a:firstCol>
    <a:lastRow>
      <a:tcTxStyle b="off" i="off">
        <a:font>
          <a:latin typeface="Helvetica Neue"/>
          <a:ea typeface="Helvetica Neue"/>
          <a:cs typeface="Helvetica Neue"/>
        </a:font>
        <a:srgbClr val="000000"/>
      </a:tcTxStyle>
      <a:tcStyle>
        <a:tcBdr>
          <a:left>
            <a:ln w="12700" cap="flat">
              <a:noFill/>
              <a:miter lim="400000"/>
            </a:ln>
          </a:left>
          <a:right>
            <a:ln w="12700" cap="flat">
              <a:noFill/>
              <a:miter lim="400000"/>
            </a:ln>
          </a:right>
          <a:top>
            <a:ln w="12700" cap="flat">
              <a:solidFill>
                <a:srgbClr val="3797C6"/>
              </a:solidFill>
              <a:prstDash val="solid"/>
              <a:miter lim="400000"/>
            </a:ln>
          </a:top>
          <a:bottom>
            <a:ln w="12700" cap="flat">
              <a:noFill/>
              <a:miter lim="400000"/>
            </a:ln>
          </a:bottom>
          <a:insideH>
            <a:ln w="12700" cap="flat">
              <a:noFill/>
              <a:miter lim="400000"/>
            </a:ln>
          </a:insideH>
          <a:insideV>
            <a:ln w="12700" cap="flat">
              <a:noFill/>
              <a:miter lim="400000"/>
            </a:ln>
          </a:insideV>
        </a:tcBdr>
        <a:fill>
          <a:solidFill>
            <a:srgbClr val="FFFFFF"/>
          </a:solidFill>
        </a:fill>
      </a:tcStyle>
    </a:lastRow>
    <a:firstRow>
      <a:tcTxStyle b="on" i="off">
        <a:font>
          <a:latin typeface="Helvetica Neue"/>
          <a:ea typeface="Helvetica Neue"/>
          <a:cs typeface="Helvetica Neue"/>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hueOff val="114395"/>
              <a:lumOff val="-24975"/>
            </a:schemeClr>
          </a:solidFill>
        </a:fill>
      </a:tcStyle>
    </a:firstRow>
  </a:tblStyle>
  <a:tblStyle styleId="{C7B018BB-80A7-4F77-B60F-C8B233D01FF8}" styleName="">
    <a:tblBg/>
    <a:wholeTbl>
      <a:tcTxStyle b="off" i="off">
        <a:font>
          <a:latin typeface="Helvetica Neue"/>
          <a:ea typeface="Helvetica Neue"/>
          <a:cs typeface="Helvetica Neue"/>
        </a:font>
        <a:srgbClr val="000000"/>
      </a:tcTxStyle>
      <a:tcStyle>
        <a:tcBdr>
          <a:left>
            <a:ln w="12700" cap="flat">
              <a:solidFill>
                <a:srgbClr val="B8B8B8"/>
              </a:solidFill>
              <a:prstDash val="solid"/>
              <a:miter lim="400000"/>
            </a:ln>
          </a:left>
          <a:right>
            <a:ln w="12700" cap="flat">
              <a:solidFill>
                <a:srgbClr val="B8B8B8"/>
              </a:solidFill>
              <a:prstDash val="solid"/>
              <a:miter lim="400000"/>
            </a:ln>
          </a:right>
          <a:top>
            <a:ln w="12700" cap="flat">
              <a:solidFill>
                <a:srgbClr val="B8B8B8"/>
              </a:solidFill>
              <a:prstDash val="solid"/>
              <a:miter lim="400000"/>
            </a:ln>
          </a:top>
          <a:bottom>
            <a:ln w="12700" cap="flat">
              <a:solidFill>
                <a:srgbClr val="B8B8B8"/>
              </a:solidFill>
              <a:prstDash val="solid"/>
              <a:miter lim="400000"/>
            </a:ln>
          </a:bottom>
          <a:insideH>
            <a:ln w="12700" cap="flat">
              <a:solidFill>
                <a:srgbClr val="B8B8B8"/>
              </a:solidFill>
              <a:prstDash val="solid"/>
              <a:miter lim="400000"/>
            </a:ln>
          </a:insideH>
          <a:insideV>
            <a:ln w="12700" cap="flat">
              <a:solidFill>
                <a:srgbClr val="B8B8B8"/>
              </a:solidFill>
              <a:prstDash val="solid"/>
              <a:miter lim="400000"/>
            </a:ln>
          </a:insideV>
        </a:tcBdr>
        <a:fill>
          <a:solidFill>
            <a:srgbClr val="EBEBEB"/>
          </a:solidFill>
        </a:fill>
      </a:tcStyle>
    </a:wholeTbl>
    <a:band2H>
      <a:tcTxStyle/>
      <a:tcStyle>
        <a:tcBdr/>
        <a:fill>
          <a:solidFill>
            <a:srgbClr val="E1E0DA"/>
          </a:solidFill>
        </a:fill>
      </a:tcStyle>
    </a:band2H>
    <a:firstCol>
      <a:tcTxStyle b="off" i="off">
        <a:fontRef idx="minor">
          <a:srgbClr val="FFFFFF"/>
        </a:fontRef>
        <a:srgbClr val="FFFFFF"/>
      </a:tcTxStyle>
      <a:tcStyle>
        <a:tcBdr>
          <a:left>
            <a:ln w="12700" cap="flat">
              <a:solidFill>
                <a:srgbClr val="606060"/>
              </a:solidFill>
              <a:prstDash val="solid"/>
              <a:miter lim="400000"/>
            </a:ln>
          </a:left>
          <a:right>
            <a:ln w="12700" cap="flat">
              <a:solidFill>
                <a:srgbClr val="606060"/>
              </a:solidFill>
              <a:prstDash val="solid"/>
              <a:miter lim="400000"/>
            </a:ln>
          </a:right>
          <a:top>
            <a:ln w="12700" cap="flat">
              <a:solidFill>
                <a:srgbClr val="606060"/>
              </a:solidFill>
              <a:prstDash val="solid"/>
              <a:miter lim="400000"/>
            </a:ln>
          </a:top>
          <a:bottom>
            <a:ln w="12700" cap="flat">
              <a:solidFill>
                <a:srgbClr val="606060"/>
              </a:solidFill>
              <a:prstDash val="solid"/>
              <a:miter lim="400000"/>
            </a:ln>
          </a:bottom>
          <a:insideH>
            <a:ln w="12700" cap="flat">
              <a:solidFill>
                <a:srgbClr val="606060"/>
              </a:solidFill>
              <a:prstDash val="solid"/>
              <a:miter lim="400000"/>
            </a:ln>
          </a:insideH>
          <a:insideV>
            <a:ln w="12700" cap="flat">
              <a:solidFill>
                <a:srgbClr val="606060"/>
              </a:solidFill>
              <a:prstDash val="solid"/>
              <a:miter lim="400000"/>
            </a:ln>
          </a:insideV>
        </a:tcBdr>
        <a:fill>
          <a:solidFill>
            <a:schemeClr val="accent3">
              <a:hueOff val="362282"/>
              <a:satOff val="31803"/>
              <a:lumOff val="-18242"/>
            </a:schemeClr>
          </a:solidFill>
        </a:fill>
      </a:tcStyle>
    </a:firstCol>
    <a:lastRow>
      <a:tcTxStyle b="off" i="off">
        <a:font>
          <a:latin typeface="Helvetica Neue"/>
          <a:ea typeface="Helvetica Neue"/>
          <a:cs typeface="Helvetica Neue"/>
        </a:font>
        <a:srgbClr val="000000"/>
      </a:tcTxStyle>
      <a:tcStyle>
        <a:tcBdr>
          <a:left>
            <a:ln w="12700" cap="flat">
              <a:solidFill>
                <a:srgbClr val="606060"/>
              </a:solidFill>
              <a:prstDash val="solid"/>
              <a:miter lim="400000"/>
            </a:ln>
          </a:left>
          <a:right>
            <a:ln w="12700" cap="flat">
              <a:solidFill>
                <a:srgbClr val="606060"/>
              </a:solidFill>
              <a:prstDash val="solid"/>
              <a:miter lim="400000"/>
            </a:ln>
          </a:right>
          <a:top>
            <a:ln w="25400" cap="flat">
              <a:solidFill>
                <a:srgbClr val="606060"/>
              </a:solidFill>
              <a:prstDash val="solid"/>
              <a:miter lim="400000"/>
            </a:ln>
          </a:top>
          <a:bottom>
            <a:ln w="12700" cap="flat">
              <a:solidFill>
                <a:srgbClr val="606060"/>
              </a:solidFill>
              <a:prstDash val="solid"/>
              <a:miter lim="400000"/>
            </a:ln>
          </a:bottom>
          <a:insideH>
            <a:ln w="12700" cap="flat">
              <a:solidFill>
                <a:srgbClr val="606060"/>
              </a:solidFill>
              <a:prstDash val="solid"/>
              <a:miter lim="400000"/>
            </a:ln>
          </a:insideH>
          <a:insideV>
            <a:ln w="12700" cap="flat">
              <a:solidFill>
                <a:srgbClr val="606060"/>
              </a:solidFill>
              <a:prstDash val="solid"/>
              <a:miter lim="400000"/>
            </a:ln>
          </a:insideV>
        </a:tcBdr>
        <a:fill>
          <a:solidFill>
            <a:srgbClr val="EBEBEB"/>
          </a:solidFill>
        </a:fill>
      </a:tcStyle>
    </a:lastRow>
    <a:firstRow>
      <a:tcTxStyle b="off" i="off">
        <a:fontRef idx="minor">
          <a:srgbClr val="FFFFFF"/>
        </a:fontRef>
        <a:srgbClr val="FFFFFF"/>
      </a:tcTxStyle>
      <a:tcStyle>
        <a:tcBdr>
          <a:left>
            <a:ln w="12700" cap="flat">
              <a:solidFill>
                <a:srgbClr val="929292"/>
              </a:solidFill>
              <a:prstDash val="solid"/>
              <a:miter lim="400000"/>
            </a:ln>
          </a:left>
          <a:right>
            <a:ln w="12700" cap="flat">
              <a:solidFill>
                <a:srgbClr val="929292"/>
              </a:solidFill>
              <a:prstDash val="solid"/>
              <a:miter lim="400000"/>
            </a:ln>
          </a:right>
          <a:top>
            <a:ln w="12700" cap="flat">
              <a:solidFill>
                <a:srgbClr val="606060"/>
              </a:solidFill>
              <a:prstDash val="solid"/>
              <a:miter lim="400000"/>
            </a:ln>
          </a:top>
          <a:bottom>
            <a:ln w="12700" cap="flat">
              <a:solidFill>
                <a:srgbClr val="606060"/>
              </a:solidFill>
              <a:prstDash val="solid"/>
              <a:miter lim="400000"/>
            </a:ln>
          </a:bottom>
          <a:insideH>
            <a:ln w="12700" cap="flat">
              <a:solidFill>
                <a:srgbClr val="929292"/>
              </a:solidFill>
              <a:prstDash val="solid"/>
              <a:miter lim="400000"/>
            </a:ln>
          </a:insideH>
          <a:insideV>
            <a:ln w="12700" cap="flat">
              <a:solidFill>
                <a:srgbClr val="929292"/>
              </a:solidFill>
              <a:prstDash val="solid"/>
              <a:miter lim="400000"/>
            </a:ln>
          </a:insideV>
        </a:tcBdr>
        <a:fill>
          <a:solidFill>
            <a:srgbClr val="017101"/>
          </a:solidFill>
        </a:fill>
      </a:tcStyle>
    </a:firstRow>
  </a:tblStyle>
  <a:tblStyle styleId="{EEE7283C-3CF3-47DC-8721-378D4A62B228}" styleName="">
    <a:tblBg/>
    <a:wholeTbl>
      <a:tcTxStyle b="off" i="off">
        <a:font>
          <a:latin typeface="Helvetica Neue Light"/>
          <a:ea typeface="Helvetica Neue Light"/>
          <a:cs typeface="Helvetica Neue Light"/>
        </a:font>
        <a:srgbClr val="000000"/>
      </a:tcTxStyle>
      <a:tcStyle>
        <a:tcBdr>
          <a:left>
            <a:ln w="12700" cap="flat">
              <a:solidFill>
                <a:srgbClr val="5D5D5D"/>
              </a:solidFill>
              <a:custDash>
                <a:ds d="200000" sp="200000"/>
              </a:custDash>
              <a:miter lim="400000"/>
            </a:ln>
          </a:left>
          <a:right>
            <a:ln w="12700" cap="flat">
              <a:solidFill>
                <a:srgbClr val="5D5D5D"/>
              </a:solidFill>
              <a:custDash>
                <a:ds d="200000" sp="200000"/>
              </a:custDash>
              <a:miter lim="400000"/>
            </a:ln>
          </a:right>
          <a:top>
            <a:ln w="12700" cap="flat">
              <a:solidFill>
                <a:srgbClr val="5D5D5D"/>
              </a:solidFill>
              <a:custDash>
                <a:ds d="200000" sp="200000"/>
              </a:custDash>
              <a:miter lim="400000"/>
            </a:ln>
          </a:top>
          <a:bottom>
            <a:ln w="12700" cap="flat">
              <a:solidFill>
                <a:srgbClr val="5D5D5D"/>
              </a:solidFill>
              <a:custDash>
                <a:ds d="200000" sp="200000"/>
              </a:custDash>
              <a:miter lim="400000"/>
            </a:ln>
          </a:bottom>
          <a:insideH>
            <a:ln w="12700" cap="flat">
              <a:solidFill>
                <a:srgbClr val="5D5D5D"/>
              </a:solidFill>
              <a:custDash>
                <a:ds d="200000" sp="200000"/>
              </a:custDash>
              <a:miter lim="400000"/>
            </a:ln>
          </a:insideH>
          <a:insideV>
            <a:ln w="12700" cap="flat">
              <a:solidFill>
                <a:srgbClr val="5D5D5D"/>
              </a:solidFill>
              <a:custDash>
                <a:ds d="200000" sp="200000"/>
              </a:custDash>
              <a:miter lim="400000"/>
            </a:ln>
          </a:insideV>
        </a:tcBdr>
        <a:fill>
          <a:solidFill>
            <a:srgbClr val="FAF7E9"/>
          </a:solidFill>
        </a:fill>
      </a:tcStyle>
    </a:wholeTbl>
    <a:band2H>
      <a:tcTxStyle/>
      <a:tcStyle>
        <a:tcBdr/>
        <a:fill>
          <a:solidFill>
            <a:srgbClr val="EDEADD"/>
          </a:solidFill>
        </a:fill>
      </a:tcStyle>
    </a:band2H>
    <a:firstCol>
      <a:tcTxStyle b="off" i="off">
        <a:fontRef idx="minor">
          <a:srgbClr val="FFFFFF"/>
        </a:fontRef>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F9BA00"/>
          </a:solidFill>
        </a:fill>
      </a:tcStyle>
    </a:firstCol>
    <a:lastRow>
      <a:tcTxStyle b="off" i="off">
        <a:fontRef idx="minor">
          <a:srgbClr val="FFFFFF"/>
        </a:fontRef>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FF9400"/>
          </a:solidFill>
        </a:fill>
      </a:tcStyle>
    </a:lastRow>
    <a:firstRow>
      <a:tcTxStyle b="off" i="off">
        <a:fontRef idx="minor">
          <a:srgbClr val="FFFFFF"/>
        </a:fontRef>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FF9400"/>
          </a:solidFill>
        </a:fill>
      </a:tcStyle>
    </a:firstRow>
  </a:tblStyle>
  <a:tblStyle styleId="{CF821DB8-F4EB-4A41-A1BA-3FCAFE7338EE}" styleName="">
    <a:tblBg/>
    <a:wholeTbl>
      <a:tcTxStyle b="off" i="off">
        <a:font>
          <a:latin typeface="Helvetica Neue"/>
          <a:ea typeface="Helvetica Neue"/>
          <a:cs typeface="Helvetica Neue"/>
        </a:font>
        <a:srgbClr val="000000"/>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A6AAA9"/>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EBEBEB"/>
          </a:solidFill>
        </a:fill>
      </a:tcStyle>
    </a:wholeTbl>
    <a:band2H>
      <a:tcTxStyle/>
      <a:tcStyle>
        <a:tcBdr/>
        <a:fill>
          <a:solidFill>
            <a:srgbClr val="DADBDA"/>
          </a:solidFill>
        </a:fill>
      </a:tcStyle>
    </a:band2H>
    <a:firstCol>
      <a:tcTxStyle b="on" i="off">
        <a:font>
          <a:latin typeface="Helvetica Neue"/>
          <a:ea typeface="Helvetica Neue"/>
          <a:cs typeface="Helvetica Neue"/>
        </a:font>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A6AAA9"/>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chemeClr val="accent6">
              <a:hueOff val="-146070"/>
              <a:satOff val="-10048"/>
              <a:lumOff val="-30626"/>
            </a:schemeClr>
          </a:solidFill>
        </a:fill>
      </a:tcStyle>
    </a:firstCol>
    <a:lastRow>
      <a:tcTxStyle b="on" i="off">
        <a:font>
          <a:latin typeface="Helvetica Neue"/>
          <a:ea typeface="Helvetica Neue"/>
          <a:cs typeface="Helvetica Neue"/>
        </a:font>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A6AAA9"/>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C24785"/>
          </a:solidFill>
        </a:fill>
      </a:tcStyle>
    </a:lastRow>
    <a:firstRow>
      <a:tcTxStyle b="on" i="off">
        <a:font>
          <a:latin typeface="Helvetica Neue"/>
          <a:ea typeface="Helvetica Neue"/>
          <a:cs typeface="Helvetica Neue"/>
        </a:font>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A6AAA9"/>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C24785"/>
          </a:solidFill>
        </a:fill>
      </a:tcStyle>
    </a:firstRow>
  </a:tblStyle>
  <a:tblStyle styleId="{33BA23B1-9221-436E-865A-0063620EA4FD}" styleName="">
    <a:tblBg/>
    <a:wholeTbl>
      <a:tcTxStyle b="off" i="off">
        <a:font>
          <a:latin typeface="Helvetica Neue"/>
          <a:ea typeface="Helvetica Neue"/>
          <a:cs typeface="Helvetica Neue"/>
        </a:font>
        <a:srgbClr val="000000"/>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B5B5C1"/>
          </a:solidFill>
        </a:fill>
      </a:tcStyle>
    </a:wholeTbl>
    <a:band2H>
      <a:tcTxStyle/>
      <a:tcStyle>
        <a:tcBdr/>
        <a:fill>
          <a:solidFill>
            <a:srgbClr val="9A9AA5"/>
          </a:solidFill>
        </a:fill>
      </a:tcStyle>
    </a:band2H>
    <a:firstCol>
      <a:tcTxStyle b="on" i="off">
        <a:font>
          <a:latin typeface="Helvetica Neue"/>
          <a:ea typeface="Helvetica Neue"/>
          <a:cs typeface="Helvetica Neue"/>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53585F"/>
          </a:solidFill>
        </a:fill>
      </a:tcStyle>
    </a:firstCol>
    <a:lastRow>
      <a:tcTxStyle b="on" i="off">
        <a:font>
          <a:latin typeface="Helvetica Neue"/>
          <a:ea typeface="Helvetica Neue"/>
          <a:cs typeface="Helvetica Neue"/>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798089"/>
          </a:solidFill>
        </a:fill>
      </a:tcStyle>
    </a:lastRow>
    <a:firstRow>
      <a:tcTxStyle b="on" i="off">
        <a:font>
          <a:latin typeface="Helvetica Neue"/>
          <a:ea typeface="Helvetica Neue"/>
          <a:cs typeface="Helvetica Neue"/>
        </a:font>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798089"/>
          </a:solidFill>
        </a:fill>
      </a:tcStyle>
    </a:firstRow>
  </a:tblStyle>
  <a:tblStyle styleId="{2708684C-4D16-4618-839F-0558EEFCDFE6}" styleName="">
    <a:tblBg/>
    <a:wholeTbl>
      <a:tcTxStyle b="off" i="off">
        <a:font>
          <a:latin typeface="Helvetica Neue"/>
          <a:ea typeface="Helvetica Neue"/>
          <a:cs typeface="Helvetica Neue"/>
        </a:font>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wholeTbl>
    <a:band2H>
      <a:tcTxStyle/>
      <a:tcStyle>
        <a:tcBdr/>
        <a:fill>
          <a:solidFill>
            <a:srgbClr val="EDEEEE"/>
          </a:solidFill>
        </a:fill>
      </a:tcStyle>
    </a:band2H>
    <a:firstCol>
      <a:tcTxStyle b="on" i="off">
        <a:font>
          <a:latin typeface="Helvetica Neue"/>
          <a:ea typeface="Helvetica Neue"/>
          <a:cs typeface="Helvetica Neue"/>
        </a:font>
        <a:srgbClr val="000000"/>
      </a:tcTxStyle>
      <a:tcStyle>
        <a:tcBdr>
          <a:left>
            <a:ln w="12700" cap="flat">
              <a:noFill/>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firstCol>
    <a:lastRow>
      <a:tcTxStyle b="on" i="off">
        <a:font>
          <a:latin typeface="Helvetica Neue"/>
          <a:ea typeface="Helvetica Neue"/>
          <a:cs typeface="Helvetica Neue"/>
        </a:font>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solidFill>
                <a:srgbClr val="000000"/>
              </a:solidFill>
              <a:prstDash val="solid"/>
              <a:miter lim="400000"/>
            </a:ln>
          </a:top>
          <a:bottom>
            <a:ln w="12700" cap="flat">
              <a:noFill/>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lastRow>
    <a:firstRow>
      <a:tcTxStyle b="on" i="off">
        <a:font>
          <a:latin typeface="Helvetica Neue"/>
          <a:ea typeface="Helvetica Neue"/>
          <a:cs typeface="Helvetica Neue"/>
        </a:font>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noFill/>
              <a:miter lim="400000"/>
            </a:ln>
          </a:top>
          <a:bottom>
            <a:ln w="12700" cap="flat">
              <a:solidFill>
                <a:srgbClr val="000000"/>
              </a:solidFill>
              <a:prstDash val="solid"/>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658"/>
    <p:restoredTop sz="96327"/>
  </p:normalViewPr>
  <p:slideViewPr>
    <p:cSldViewPr snapToGrid="0" snapToObjects="1">
      <p:cViewPr varScale="1">
        <p:scale>
          <a:sx n="24" d="100"/>
          <a:sy n="24" d="100"/>
        </p:scale>
        <p:origin x="53" y="590"/>
      </p:cViewPr>
      <p:guideLst>
        <p:guide orient="horz" pos="7835"/>
        <p:guide orient="horz" pos="2029"/>
        <p:guide pos="921"/>
        <p:guide pos="14484"/>
        <p:guide orient="horz" pos="7814"/>
        <p:guide orient="horz" pos="7518"/>
        <p:guide orient="horz" pos="6000"/>
        <p:guide orient="horz" pos="5635"/>
        <p:guide pos="5617"/>
        <p:guide orient="horz" pos="3368"/>
        <p:guide orient="horz" pos="2732"/>
        <p:guide pos="2737"/>
        <p:guide pos="3303"/>
        <p:guide pos="1969"/>
        <p:guide pos="6410"/>
        <p:guide pos="8791"/>
        <p:guide pos="14144"/>
        <p:guide pos="9449"/>
        <p:guide pos="9835"/>
        <p:guide pos="11786"/>
        <p:guide pos="12217"/>
        <p:guide pos="8089"/>
        <p:guide pos="4528"/>
        <p:guide orient="horz" pos="2640"/>
        <p:guide pos="7226"/>
      </p:guideLst>
    </p:cSldViewPr>
  </p:slideViewPr>
  <p:notesTextViewPr>
    <p:cViewPr>
      <p:scale>
        <a:sx n="1" d="1"/>
        <a:sy n="1" d="1"/>
      </p:scale>
      <p:origin x="0" y="0"/>
    </p:cViewPr>
  </p:notesTextViewPr>
  <p:sorterViewPr>
    <p:cViewPr>
      <p:scale>
        <a:sx n="57" d="100"/>
        <a:sy n="57" d="100"/>
      </p:scale>
      <p:origin x="0" y="0"/>
    </p:cViewPr>
  </p:sorterViewPr>
  <p:notesViewPr>
    <p:cSldViewPr snapToGrid="0" snapToObjects="1">
      <p:cViewPr varScale="1">
        <p:scale>
          <a:sx n="87" d="100"/>
          <a:sy n="87" d="100"/>
        </p:scale>
        <p:origin x="1848" y="58"/>
      </p:cViewPr>
      <p:guideLst/>
    </p:cSldViewPr>
  </p:notesViewPr>
  <p:gridSpacing cx="72008" cy="72008"/>
</p:viewPr>
</file>

<file path=ppt/_rels/presentation.xml.rels><?xml version="1.0" encoding="utf-8"?><Relationships xmlns="http://schemas.openxmlformats.org/package/2006/relationships"><Relationship Id="rId89" Type="http://schemas.openxmlformats.org/officeDocument/2006/relationships/notesMaster" Target="notesMasters/notesMaster1.xml"/><Relationship Id="rId90" Type="http://schemas.openxmlformats.org/officeDocument/2006/relationships/handoutMaster" Target="handoutMasters/handoutMaster1.xml"/><Relationship Id="rId95" Type="http://schemas.openxmlformats.org/officeDocument/2006/relationships/tableStyles" Target="tableStyles.xml"/><Relationship Id="rId80" Type="http://schemas.openxmlformats.org/officeDocument/2006/relationships/slide" Target="slides/slide79.xml"/><Relationship Id="rId93" Type="http://schemas.openxmlformats.org/officeDocument/2006/relationships/viewProps" Target="viewProps.xml"/><Relationship Id="rId3" Type="http://schemas.openxmlformats.org/officeDocument/2006/relationships/slide" Target="slides/slide2.xml"/><Relationship Id="rId25" Type="http://schemas.openxmlformats.org/officeDocument/2006/relationships/slide" Target="slides/slide24.xml"/><Relationship Id="rId33" Type="http://schemas.openxmlformats.org/officeDocument/2006/relationships/slide" Target="slides/slide32.xml"/><Relationship Id="rId70" Type="http://schemas.openxmlformats.org/officeDocument/2006/relationships/slide" Target="slides/slide69.xml"/><Relationship Id="rId91" Type="http://schemas.openxmlformats.org/officeDocument/2006/relationships/commentAuthors" Target="commentAuthors.xml"/><Relationship Id="rId1" Type="http://schemas.openxmlformats.org/officeDocument/2006/relationships/slideMaster" Target="slideMasters/slideMaster1.xml"/><Relationship Id="rId94" Type="http://schemas.openxmlformats.org/officeDocument/2006/relationships/theme" Target="theme/theme1.xml"/><Relationship Id="rId34" Type="http://schemas.openxmlformats.org/officeDocument/2006/relationships/slide" Target="slides/slide33.xml"/><Relationship Id="rId92" Type="http://schemas.openxmlformats.org/officeDocument/2006/relationships/presProps" Target="presProps.xml"/><Relationship Id="rId2" Type="http://schemas.openxmlformats.org/officeDocument/2006/relationships/slide" Target="slides/slide1.xml"/><Relationship Id="rId82" Type="http://schemas.openxmlformats.org/officeDocument/2006/relationships/slide" Target="slides/slide81.xml"/>  <Relationship Id="rId96" Type="http://schemas.openxmlformats.org/officeDocument/2006/relationships/slide" Target="slides/slide88.xml"/>
</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a:extLst>
              <a:ext uri="{FF2B5EF4-FFF2-40B4-BE49-F238E27FC236}">
                <a16:creationId xmlns:a16="http://schemas.microsoft.com/office/drawing/2014/main" id="{9642D926-E079-1C43-78F1-C2634BAE59F2}"/>
              </a:ext>
            </a:extLst>
          </p:cNvPr>
          <p:cNvSpPr>
            <a:spLocks noGrp="1"/>
          </p:cNvSpPr>
          <p:nvPr>
            <p:ph type="hdr" sz="quarter"/>
          </p:nvPr>
        </p:nvSpPr>
        <p:spPr>
          <a:xfrm>
            <a:off x="0" y="0"/>
            <a:ext cx="4302125" cy="341313"/>
          </a:xfrm>
          <a:prstGeom prst="rect">
            <a:avLst/>
          </a:prstGeom>
        </p:spPr>
        <p:txBody>
          <a:bodyPr vert="horz" lIns="91440" tIns="45720" rIns="91440" bIns="45720" rtlCol="0"/>
          <a:lstStyle>
            <a:lvl1pPr algn="l">
              <a:defRPr sz="1200"/>
            </a:lvl1pPr>
          </a:lstStyle>
          <a:p>
            <a:endParaRPr lang="ru-RU"/>
          </a:p>
        </p:txBody>
      </p:sp>
      <p:sp>
        <p:nvSpPr>
          <p:cNvPr id="3" name="Дата 2">
            <a:extLst>
              <a:ext uri="{FF2B5EF4-FFF2-40B4-BE49-F238E27FC236}">
                <a16:creationId xmlns:a16="http://schemas.microsoft.com/office/drawing/2014/main" id="{9A324DC4-BCC9-CDD3-B3AE-F0041C2F345A}"/>
              </a:ext>
            </a:extLst>
          </p:cNvPr>
          <p:cNvSpPr>
            <a:spLocks noGrp="1"/>
          </p:cNvSpPr>
          <p:nvPr>
            <p:ph type="dt" sz="quarter" idx="1"/>
          </p:nvPr>
        </p:nvSpPr>
        <p:spPr>
          <a:xfrm>
            <a:off x="5622925" y="0"/>
            <a:ext cx="4303713" cy="341313"/>
          </a:xfrm>
          <a:prstGeom prst="rect">
            <a:avLst/>
          </a:prstGeom>
        </p:spPr>
        <p:txBody>
          <a:bodyPr vert="horz" lIns="91440" tIns="45720" rIns="91440" bIns="45720" rtlCol="0"/>
          <a:lstStyle>
            <a:lvl1pPr algn="r">
              <a:defRPr sz="1200"/>
            </a:lvl1pPr>
          </a:lstStyle>
          <a:p>
            <a:fld id="{BF52F246-F73D-45E2-9F41-142DBE0880D0}" type="datetimeFigureOut">
              <a:rPr lang="ru-RU" smtClean="0"/>
              <a:t>05.04.2026</a:t>
            </a:fld>
            <a:endParaRPr lang="ru-RU"/>
          </a:p>
        </p:txBody>
      </p:sp>
      <p:sp>
        <p:nvSpPr>
          <p:cNvPr id="4" name="Нижний колонтитул 3">
            <a:extLst>
              <a:ext uri="{FF2B5EF4-FFF2-40B4-BE49-F238E27FC236}">
                <a16:creationId xmlns:a16="http://schemas.microsoft.com/office/drawing/2014/main" id="{EAFD7C1C-1BAD-BDAE-C016-EDBB1CE094D6}"/>
              </a:ext>
            </a:extLst>
          </p:cNvPr>
          <p:cNvSpPr>
            <a:spLocks noGrp="1"/>
          </p:cNvSpPr>
          <p:nvPr>
            <p:ph type="ftr" sz="quarter" idx="2"/>
          </p:nvPr>
        </p:nvSpPr>
        <p:spPr>
          <a:xfrm>
            <a:off x="0" y="6456363"/>
            <a:ext cx="4302125" cy="341312"/>
          </a:xfrm>
          <a:prstGeom prst="rect">
            <a:avLst/>
          </a:prstGeom>
        </p:spPr>
        <p:txBody>
          <a:bodyPr vert="horz" lIns="91440" tIns="45720" rIns="91440" bIns="45720" rtlCol="0" anchor="b"/>
          <a:lstStyle>
            <a:lvl1pPr algn="l">
              <a:defRPr sz="1200"/>
            </a:lvl1pPr>
          </a:lstStyle>
          <a:p>
            <a:endParaRPr lang="ru-RU"/>
          </a:p>
        </p:txBody>
      </p:sp>
      <p:sp>
        <p:nvSpPr>
          <p:cNvPr id="5" name="Номер слайда 4">
            <a:extLst>
              <a:ext uri="{FF2B5EF4-FFF2-40B4-BE49-F238E27FC236}">
                <a16:creationId xmlns:a16="http://schemas.microsoft.com/office/drawing/2014/main" id="{B634D5B6-F934-9ADB-FA66-ECC7AC603144}"/>
              </a:ext>
            </a:extLst>
          </p:cNvPr>
          <p:cNvSpPr>
            <a:spLocks noGrp="1"/>
          </p:cNvSpPr>
          <p:nvPr>
            <p:ph type="sldNum" sz="quarter" idx="3"/>
          </p:nvPr>
        </p:nvSpPr>
        <p:spPr>
          <a:xfrm>
            <a:off x="5622925" y="6456363"/>
            <a:ext cx="4303713" cy="341312"/>
          </a:xfrm>
          <a:prstGeom prst="rect">
            <a:avLst/>
          </a:prstGeom>
        </p:spPr>
        <p:txBody>
          <a:bodyPr vert="horz" lIns="91440" tIns="45720" rIns="91440" bIns="45720" rtlCol="0" anchor="b"/>
          <a:lstStyle>
            <a:lvl1pPr algn="r">
              <a:defRPr sz="1200"/>
            </a:lvl1pPr>
          </a:lstStyle>
          <a:p>
            <a:fld id="{108E11C1-83C5-430E-8196-D3A36C7AB2BA}" type="slidenum">
              <a:rPr lang="ru-RU" smtClean="0"/>
              <a:t>‹#›</a:t>
            </a:fld>
            <a:endParaRPr lang="ru-RU"/>
          </a:p>
        </p:txBody>
      </p:sp>
    </p:spTree>
    <p:extLst>
      <p:ext uri="{BB962C8B-B14F-4D97-AF65-F5344CB8AC3E}">
        <p14:creationId xmlns:p14="http://schemas.microsoft.com/office/powerpoint/2010/main" val="17409571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4" name="Shape 44"/>
          <p:cNvSpPr>
            <a:spLocks noGrp="1" noRot="1" noChangeAspect="1"/>
          </p:cNvSpPr>
          <p:nvPr>
            <p:ph type="sldImg"/>
          </p:nvPr>
        </p:nvSpPr>
        <p:spPr>
          <a:xfrm>
            <a:off x="2697163" y="509588"/>
            <a:ext cx="4533900" cy="2549525"/>
          </a:xfrm>
          <a:prstGeom prst="rect">
            <a:avLst/>
          </a:prstGeom>
        </p:spPr>
        <p:txBody>
          <a:bodyPr/>
          <a:lstStyle/>
          <a:p>
            <a:endParaRPr dirty="0"/>
          </a:p>
        </p:txBody>
      </p:sp>
      <p:sp>
        <p:nvSpPr>
          <p:cNvPr id="45" name="Shape 45"/>
          <p:cNvSpPr>
            <a:spLocks noGrp="1"/>
          </p:cNvSpPr>
          <p:nvPr>
            <p:ph type="body" sz="quarter" idx="1"/>
          </p:nvPr>
        </p:nvSpPr>
        <p:spPr>
          <a:xfrm>
            <a:off x="1323764" y="3228896"/>
            <a:ext cx="7280698" cy="3058954"/>
          </a:xfrm>
          <a:prstGeom prst="rect">
            <a:avLst/>
          </a:prstGeom>
        </p:spPr>
        <p:txBody>
          <a:bodyPr/>
          <a:lstStyle/>
          <a:p>
            <a:endParaRPr dirty="0"/>
          </a:p>
        </p:txBody>
      </p:sp>
    </p:spTree>
  </p:cSld>
  <p:clrMap bg1="lt1" tx1="dk1" bg2="lt2" tx2="dk2" accent1="accent1" accent2="accent2" accent3="accent3" accent4="accent4" accent5="accent5" accent6="accent6" hlink="hlink" folHlink="folHlink"/>
  <p:notesStyle>
    <a:lvl1pPr defTabSz="457195" latinLnBrk="0">
      <a:lnSpc>
        <a:spcPct val="117999"/>
      </a:lnSpc>
      <a:defRPr sz="2200" b="1" i="0">
        <a:latin typeface="Arial" panose="020B0604020202020204" pitchFamily="34" charset="0"/>
        <a:ea typeface="Helvetica Neue"/>
        <a:cs typeface="Arial" panose="020B0604020202020204" pitchFamily="34" charset="0"/>
        <a:sym typeface="Helvetica Neue"/>
      </a:defRPr>
    </a:lvl1pPr>
    <a:lvl2pPr indent="228597" defTabSz="457195" latinLnBrk="0">
      <a:lnSpc>
        <a:spcPct val="117999"/>
      </a:lnSpc>
      <a:defRPr sz="2200">
        <a:latin typeface="Helvetica Neue"/>
        <a:ea typeface="Helvetica Neue"/>
        <a:cs typeface="Helvetica Neue"/>
        <a:sym typeface="Helvetica Neue"/>
      </a:defRPr>
    </a:lvl2pPr>
    <a:lvl3pPr indent="457195" defTabSz="457195" latinLnBrk="0">
      <a:lnSpc>
        <a:spcPct val="117999"/>
      </a:lnSpc>
      <a:defRPr sz="2200">
        <a:latin typeface="Helvetica Neue"/>
        <a:ea typeface="Helvetica Neue"/>
        <a:cs typeface="Helvetica Neue"/>
        <a:sym typeface="Helvetica Neue"/>
      </a:defRPr>
    </a:lvl3pPr>
    <a:lvl4pPr indent="685792" defTabSz="457195" latinLnBrk="0">
      <a:lnSpc>
        <a:spcPct val="117999"/>
      </a:lnSpc>
      <a:defRPr sz="2200">
        <a:latin typeface="Helvetica Neue"/>
        <a:ea typeface="Helvetica Neue"/>
        <a:cs typeface="Helvetica Neue"/>
        <a:sym typeface="Helvetica Neue"/>
      </a:defRPr>
    </a:lvl4pPr>
    <a:lvl5pPr indent="914389" defTabSz="457195" latinLnBrk="0">
      <a:lnSpc>
        <a:spcPct val="117999"/>
      </a:lnSpc>
      <a:defRPr sz="2200">
        <a:latin typeface="Helvetica Neue"/>
        <a:ea typeface="Helvetica Neue"/>
        <a:cs typeface="Helvetica Neue"/>
        <a:sym typeface="Helvetica Neue"/>
      </a:defRPr>
    </a:lvl5pPr>
    <a:lvl6pPr indent="1142986" defTabSz="457195" latinLnBrk="0">
      <a:lnSpc>
        <a:spcPct val="117999"/>
      </a:lnSpc>
      <a:defRPr sz="2200">
        <a:latin typeface="Helvetica Neue"/>
        <a:ea typeface="Helvetica Neue"/>
        <a:cs typeface="Helvetica Neue"/>
        <a:sym typeface="Helvetica Neue"/>
      </a:defRPr>
    </a:lvl6pPr>
    <a:lvl7pPr indent="1371584" defTabSz="457195" latinLnBrk="0">
      <a:lnSpc>
        <a:spcPct val="117999"/>
      </a:lnSpc>
      <a:defRPr sz="2200">
        <a:latin typeface="Helvetica Neue"/>
        <a:ea typeface="Helvetica Neue"/>
        <a:cs typeface="Helvetica Neue"/>
        <a:sym typeface="Helvetica Neue"/>
      </a:defRPr>
    </a:lvl7pPr>
    <a:lvl8pPr indent="1600181" defTabSz="457195" latinLnBrk="0">
      <a:lnSpc>
        <a:spcPct val="117999"/>
      </a:lnSpc>
      <a:defRPr sz="2200">
        <a:latin typeface="Helvetica Neue"/>
        <a:ea typeface="Helvetica Neue"/>
        <a:cs typeface="Helvetica Neue"/>
        <a:sym typeface="Helvetica Neue"/>
      </a:defRPr>
    </a:lvl8pPr>
    <a:lvl9pPr indent="1828778" defTabSz="457195" latinLnBrk="0">
      <a:lnSpc>
        <a:spcPct val="117999"/>
      </a:lnSpc>
      <a:defRPr sz="2200">
        <a:latin typeface="Helvetica Neue"/>
        <a:ea typeface="Helvetica Neue"/>
        <a:cs typeface="Helvetica Neue"/>
        <a:sym typeface="Helvetica Neue"/>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amp; Subtitle">
    <p:bg>
      <p:bgPr>
        <a:solidFill>
          <a:schemeClr val="bg2"/>
        </a:solidFill>
        <a:effectLst/>
      </p:bgPr>
    </p:bg>
    <p:spTree>
      <p:nvGrpSpPr>
        <p:cNvPr id="1" name=""/>
        <p:cNvGrpSpPr/>
        <p:nvPr/>
      </p:nvGrpSpPr>
      <p:grpSpPr>
        <a:xfrm>
          <a:off x="0" y="0"/>
          <a:ext cx="0" cy="0"/>
          <a:chOff x="0" y="0"/>
          <a:chExt cx="0" cy="0"/>
        </a:xfrm>
      </p:grpSpPr>
      <p:sp>
        <p:nvSpPr>
          <p:cNvPr id="10" name="Circle">
            <a:extLst>
              <a:ext uri="{FF2B5EF4-FFF2-40B4-BE49-F238E27FC236}">
                <a16:creationId xmlns:a16="http://schemas.microsoft.com/office/drawing/2014/main" id="{F45B0D71-897C-4EB0-46E0-FB6CB6B7B520}"/>
              </a:ext>
            </a:extLst>
          </p:cNvPr>
          <p:cNvSpPr/>
          <p:nvPr userDrawn="1"/>
        </p:nvSpPr>
        <p:spPr>
          <a:xfrm>
            <a:off x="22441118" y="11878734"/>
            <a:ext cx="571500" cy="571500"/>
          </a:xfrm>
          <a:prstGeom prst="ellipse">
            <a:avLst/>
          </a:prstGeom>
          <a:solidFill>
            <a:schemeClr val="accent1"/>
          </a:solidFill>
          <a:ln w="12700">
            <a:miter lim="400000"/>
          </a:ln>
        </p:spPr>
        <p:txBody>
          <a:bodyPr lIns="0" tIns="0" rIns="0" bIns="0" anchor="ctr"/>
          <a:lstStyle/>
          <a:p>
            <a:pPr>
              <a:defRPr sz="3200" b="0">
                <a:solidFill>
                  <a:srgbClr val="FFFFFF"/>
                </a:solidFill>
                <a:latin typeface="+mn-lt"/>
                <a:ea typeface="+mn-ea"/>
                <a:cs typeface="+mn-cs"/>
                <a:sym typeface="Helvetica Neue Medium"/>
              </a:defRPr>
            </a:pPr>
            <a:endParaRPr sz="3200" dirty="0">
              <a:latin typeface="Arial Black" panose="020B0604020202020204" pitchFamily="34" charset="0"/>
              <a:cs typeface="Arial Black" panose="020B0604020202020204" pitchFamily="34" charset="0"/>
            </a:endParaRPr>
          </a:p>
        </p:txBody>
      </p:sp>
      <p:sp>
        <p:nvSpPr>
          <p:cNvPr id="14" name="TextBox 13">
            <a:extLst>
              <a:ext uri="{FF2B5EF4-FFF2-40B4-BE49-F238E27FC236}">
                <a16:creationId xmlns:a16="http://schemas.microsoft.com/office/drawing/2014/main" id="{8B6A0843-726A-3A59-EE52-9E2E5CFD50FB}"/>
              </a:ext>
            </a:extLst>
          </p:cNvPr>
          <p:cNvSpPr txBox="1"/>
          <p:nvPr userDrawn="1"/>
        </p:nvSpPr>
        <p:spPr>
          <a:xfrm>
            <a:off x="21945599" y="11989137"/>
            <a:ext cx="1583872" cy="31803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fld id="{237BFCC7-0462-204F-8CFA-53F012517568}" type="slidenum">
              <a:rPr kumimoji="0" lang="en-RU" sz="1400" b="1" i="0" u="none" strike="noStrike" cap="none" spc="0" normalizeH="0" baseline="0" smtClean="0">
                <a:ln>
                  <a:noFill/>
                </a:ln>
                <a:solidFill>
                  <a:schemeClr val="bg1"/>
                </a:solidFill>
                <a:effectLst/>
                <a:uFillTx/>
                <a:latin typeface="Arial" panose="020B0604020202020204" pitchFamily="34" charset="0"/>
                <a:ea typeface="Helvetica Neue"/>
                <a:cs typeface="Arial" panose="020B0604020202020204" pitchFamily="34" charset="0"/>
                <a:sym typeface="Helvetica Neue"/>
              </a:rPr>
              <a:t>‹#›</a:t>
            </a:fld>
            <a:endParaRPr kumimoji="0" lang="en-RU" sz="1400" b="1" i="0" u="none" strike="noStrike" cap="none" spc="0" normalizeH="0" baseline="0" dirty="0">
              <a:ln>
                <a:noFill/>
              </a:ln>
              <a:solidFill>
                <a:schemeClr val="bg1"/>
              </a:solidFill>
              <a:effectLst/>
              <a:uFillTx/>
              <a:latin typeface="Arial" panose="020B0604020202020204" pitchFamily="34" charset="0"/>
              <a:ea typeface="Helvetica Neue"/>
              <a:cs typeface="Arial" panose="020B0604020202020204" pitchFamily="34" charset="0"/>
              <a:sym typeface="Helvetica Neue"/>
            </a:endParaRPr>
          </a:p>
        </p:txBody>
      </p:sp>
      <p:pic>
        <p:nvPicPr>
          <p:cNvPr id="6" name="Рисунок 5">
            <a:extLst>
              <a:ext uri="{FF2B5EF4-FFF2-40B4-BE49-F238E27FC236}">
                <a16:creationId xmlns:a16="http://schemas.microsoft.com/office/drawing/2014/main" id="{3902CFB0-D572-BEF3-4C22-35C7B16C92A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0200159" y="742369"/>
            <a:ext cx="3046664" cy="1332916"/>
          </a:xfrm>
          <a:prstGeom prst="rect">
            <a:avLst/>
          </a:prstGeom>
        </p:spPr>
      </p:pic>
    </p:spTree>
  </p:cSld>
  <p:clrMapOvr>
    <a:masterClrMapping/>
  </p:clrMapOvr>
  <p:transition spd="med"/>
  <p:extLst>
    <p:ext uri="{DCECCB84-F9BA-43D5-87BE-67443E8EF086}">
      <p15:sldGuideLst xmlns:p15="http://schemas.microsoft.com/office/powerpoint/2012/main">
        <p15:guide id="1" orient="horz" pos="4320" userDrawn="1">
          <p15:clr>
            <a:srgbClr val="FBAE40"/>
          </p15:clr>
        </p15:guide>
        <p15:guide id="2" pos="768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0_Red">
    <p:bg>
      <p:bgPr>
        <a:solidFill>
          <a:schemeClr val="bg2"/>
        </a:solidFill>
        <a:effectLst/>
      </p:bgPr>
    </p:bg>
    <p:spTree>
      <p:nvGrpSpPr>
        <p:cNvPr id="1" name=""/>
        <p:cNvGrpSpPr/>
        <p:nvPr/>
      </p:nvGrpSpPr>
      <p:grpSpPr>
        <a:xfrm>
          <a:off x="0" y="0"/>
          <a:ext cx="0" cy="0"/>
          <a:chOff x="0" y="0"/>
          <a:chExt cx="0" cy="0"/>
        </a:xfrm>
      </p:grpSpPr>
      <p:sp>
        <p:nvSpPr>
          <p:cNvPr id="7" name="Rectangle">
            <a:extLst>
              <a:ext uri="{FF2B5EF4-FFF2-40B4-BE49-F238E27FC236}">
                <a16:creationId xmlns:a16="http://schemas.microsoft.com/office/drawing/2014/main" id="{EE11BFFA-23E6-49E3-A942-F58919D39390}"/>
              </a:ext>
            </a:extLst>
          </p:cNvPr>
          <p:cNvSpPr/>
          <p:nvPr userDrawn="1"/>
        </p:nvSpPr>
        <p:spPr>
          <a:xfrm>
            <a:off x="-8468" y="7426"/>
            <a:ext cx="24400935" cy="5337688"/>
          </a:xfrm>
          <a:prstGeom prst="rect">
            <a:avLst/>
          </a:prstGeom>
          <a:solidFill>
            <a:srgbClr val="C80D3F"/>
          </a:solidFill>
          <a:ln w="12700">
            <a:solidFill>
              <a:srgbClr val="C80D3F"/>
            </a:solidFill>
            <a:miter lim="400000"/>
          </a:ln>
        </p:spPr>
        <p:txBody>
          <a:bodyPr lIns="0" tIns="0" rIns="0" bIns="0" anchor="ctr"/>
          <a:lstStyle/>
          <a:p>
            <a:pPr>
              <a:defRPr sz="3200" b="0">
                <a:solidFill>
                  <a:srgbClr val="FFFFFF"/>
                </a:solidFill>
                <a:latin typeface="+mn-lt"/>
                <a:ea typeface="+mn-ea"/>
                <a:cs typeface="+mn-cs"/>
                <a:sym typeface="Helvetica Neue Medium"/>
              </a:defRPr>
            </a:pPr>
            <a:endParaRPr sz="3200" dirty="0">
              <a:latin typeface="Arial Black" panose="020B0604020202020204" pitchFamily="34" charset="0"/>
              <a:cs typeface="Arial Black" panose="020B0604020202020204" pitchFamily="34" charset="0"/>
            </a:endParaRPr>
          </a:p>
        </p:txBody>
      </p:sp>
      <p:pic>
        <p:nvPicPr>
          <p:cNvPr id="4" name="Picture 3">
            <a:extLst>
              <a:ext uri="{FF2B5EF4-FFF2-40B4-BE49-F238E27FC236}">
                <a16:creationId xmlns:a16="http://schemas.microsoft.com/office/drawing/2014/main" id="{2C91159F-2418-9CF7-F3EA-6B221713A73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9779493" y="343710"/>
            <a:ext cx="3471601" cy="1828516"/>
          </a:xfrm>
          <a:prstGeom prst="rect">
            <a:avLst/>
          </a:prstGeom>
        </p:spPr>
      </p:pic>
      <p:sp>
        <p:nvSpPr>
          <p:cNvPr id="2" name="Circle">
            <a:extLst>
              <a:ext uri="{FF2B5EF4-FFF2-40B4-BE49-F238E27FC236}">
                <a16:creationId xmlns:a16="http://schemas.microsoft.com/office/drawing/2014/main" id="{C8EC8FE0-0138-72CC-F050-6504FAB4FA84}"/>
              </a:ext>
            </a:extLst>
          </p:cNvPr>
          <p:cNvSpPr/>
          <p:nvPr userDrawn="1"/>
        </p:nvSpPr>
        <p:spPr>
          <a:xfrm>
            <a:off x="22441118" y="11878734"/>
            <a:ext cx="571500" cy="571500"/>
          </a:xfrm>
          <a:prstGeom prst="ellipse">
            <a:avLst/>
          </a:prstGeom>
          <a:solidFill>
            <a:schemeClr val="accent1"/>
          </a:solidFill>
          <a:ln w="12700">
            <a:miter lim="400000"/>
          </a:ln>
        </p:spPr>
        <p:txBody>
          <a:bodyPr lIns="0" tIns="0" rIns="0" bIns="0" anchor="ctr"/>
          <a:lstStyle/>
          <a:p>
            <a:pPr>
              <a:defRPr sz="3200" b="0">
                <a:solidFill>
                  <a:srgbClr val="FFFFFF"/>
                </a:solidFill>
                <a:latin typeface="+mn-lt"/>
                <a:ea typeface="+mn-ea"/>
                <a:cs typeface="+mn-cs"/>
                <a:sym typeface="Helvetica Neue Medium"/>
              </a:defRPr>
            </a:pPr>
            <a:endParaRPr sz="3200" dirty="0">
              <a:latin typeface="Arial Black" panose="020B0604020202020204" pitchFamily="34" charset="0"/>
              <a:cs typeface="Arial Black" panose="020B0604020202020204" pitchFamily="34" charset="0"/>
            </a:endParaRPr>
          </a:p>
        </p:txBody>
      </p:sp>
      <p:sp>
        <p:nvSpPr>
          <p:cNvPr id="3" name="TextBox 2">
            <a:extLst>
              <a:ext uri="{FF2B5EF4-FFF2-40B4-BE49-F238E27FC236}">
                <a16:creationId xmlns:a16="http://schemas.microsoft.com/office/drawing/2014/main" id="{39DB37BF-5AF1-C89B-8019-3577DB4285F9}"/>
              </a:ext>
            </a:extLst>
          </p:cNvPr>
          <p:cNvSpPr txBox="1"/>
          <p:nvPr userDrawn="1"/>
        </p:nvSpPr>
        <p:spPr>
          <a:xfrm>
            <a:off x="21945599" y="11989137"/>
            <a:ext cx="1583872" cy="31803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fld id="{237BFCC7-0462-204F-8CFA-53F012517568}" type="slidenum">
              <a:rPr kumimoji="0" lang="en-RU" sz="1400" b="1" i="0" u="none" strike="noStrike" cap="none" spc="0" normalizeH="0" baseline="0" smtClean="0">
                <a:ln>
                  <a:noFill/>
                </a:ln>
                <a:solidFill>
                  <a:schemeClr val="bg1"/>
                </a:solidFill>
                <a:effectLst/>
                <a:uFillTx/>
                <a:latin typeface="Arial" panose="020B0604020202020204" pitchFamily="34" charset="0"/>
                <a:ea typeface="Helvetica Neue"/>
                <a:cs typeface="Arial" panose="020B0604020202020204" pitchFamily="34" charset="0"/>
                <a:sym typeface="Helvetica Neue"/>
              </a:rPr>
              <a:t>‹#›</a:t>
            </a:fld>
            <a:endParaRPr kumimoji="0" lang="en-RU" sz="1400" b="1" i="0" u="none" strike="noStrike" cap="none" spc="0" normalizeH="0" baseline="0" dirty="0">
              <a:ln>
                <a:noFill/>
              </a:ln>
              <a:solidFill>
                <a:schemeClr val="bg1"/>
              </a:solidFill>
              <a:effectLst/>
              <a:uFillTx/>
              <a:latin typeface="Arial" panose="020B0604020202020204" pitchFamily="34" charset="0"/>
              <a:ea typeface="Helvetica Neue"/>
              <a:cs typeface="Arial" panose="020B0604020202020204" pitchFamily="34" charset="0"/>
              <a:sym typeface="Helvetica Neue"/>
            </a:endParaRPr>
          </a:p>
        </p:txBody>
      </p:sp>
    </p:spTree>
    <p:extLst>
      <p:ext uri="{BB962C8B-B14F-4D97-AF65-F5344CB8AC3E}">
        <p14:creationId xmlns:p14="http://schemas.microsoft.com/office/powerpoint/2010/main" val="1745793652"/>
      </p:ext>
    </p:extLst>
  </p:cSld>
  <p:clrMapOvr>
    <a:masterClrMapping/>
  </p:clrMapOvr>
  <p:transition spd="med"/>
  <p:extLst>
    <p:ext uri="{DCECCB84-F9BA-43D5-87BE-67443E8EF086}">
      <p15:sldGuideLst xmlns:p15="http://schemas.microsoft.com/office/powerpoint/2012/main">
        <p15:guide id="1" orient="horz" pos="4320" userDrawn="1">
          <p15:clr>
            <a:srgbClr val="FBAE40"/>
          </p15:clr>
        </p15:guide>
        <p15:guide id="2" pos="76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mp; Subtitle + Photos">
    <p:bg>
      <p:bgPr>
        <a:solidFill>
          <a:schemeClr val="bg2"/>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645D3E87-3C0B-F341-A27B-E2D273F59996}"/>
              </a:ext>
            </a:extLst>
          </p:cNvPr>
          <p:cNvSpPr>
            <a:spLocks noGrp="1"/>
          </p:cNvSpPr>
          <p:nvPr>
            <p:ph type="pic" sz="quarter" idx="10"/>
          </p:nvPr>
        </p:nvSpPr>
        <p:spPr>
          <a:xfrm>
            <a:off x="4412413" y="3867576"/>
            <a:ext cx="2403476" cy="2401888"/>
          </a:xfrm>
          <a:prstGeom prst="rect">
            <a:avLst/>
          </a:prstGeom>
          <a:solidFill>
            <a:schemeClr val="bg2">
              <a:lumMod val="90000"/>
            </a:schemeClr>
          </a:solidFill>
        </p:spPr>
        <p:txBody>
          <a:bodyPr anchor="ctr"/>
          <a:lstStyle>
            <a:lvl1pPr marL="0" indent="0" algn="ctr">
              <a:buNone/>
              <a:defRPr sz="2001" b="1" i="0">
                <a:solidFill>
                  <a:schemeClr val="tx1"/>
                </a:solidFill>
                <a:latin typeface="Arial" panose="020B0604020202020204" pitchFamily="34" charset="0"/>
                <a:cs typeface="Arial" panose="020B0604020202020204" pitchFamily="34" charset="0"/>
              </a:defRPr>
            </a:lvl1pPr>
          </a:lstStyle>
          <a:p>
            <a:endParaRPr lang="en-RU" dirty="0"/>
          </a:p>
        </p:txBody>
      </p:sp>
      <p:sp>
        <p:nvSpPr>
          <p:cNvPr id="8" name="Picture Placeholder 2">
            <a:extLst>
              <a:ext uri="{FF2B5EF4-FFF2-40B4-BE49-F238E27FC236}">
                <a16:creationId xmlns:a16="http://schemas.microsoft.com/office/drawing/2014/main" id="{5E391CB4-F622-EE43-B7C0-C3795A8A817F}"/>
              </a:ext>
            </a:extLst>
          </p:cNvPr>
          <p:cNvSpPr>
            <a:spLocks noGrp="1"/>
          </p:cNvSpPr>
          <p:nvPr>
            <p:ph type="pic" sz="quarter" idx="11"/>
          </p:nvPr>
        </p:nvSpPr>
        <p:spPr>
          <a:xfrm>
            <a:off x="7735451" y="3867576"/>
            <a:ext cx="2403476" cy="2401888"/>
          </a:xfrm>
          <a:prstGeom prst="rect">
            <a:avLst/>
          </a:prstGeom>
          <a:solidFill>
            <a:schemeClr val="bg2">
              <a:lumMod val="90000"/>
            </a:schemeClr>
          </a:solidFill>
        </p:spPr>
        <p:txBody>
          <a:bodyPr anchor="ctr"/>
          <a:lstStyle>
            <a:lvl1pPr marL="0" indent="0" algn="ctr">
              <a:buNone/>
              <a:defRPr sz="2001" b="1" i="0">
                <a:solidFill>
                  <a:schemeClr val="tx1"/>
                </a:solidFill>
                <a:latin typeface="Arial" panose="020B0604020202020204" pitchFamily="34" charset="0"/>
                <a:cs typeface="Arial" panose="020B0604020202020204" pitchFamily="34" charset="0"/>
              </a:defRPr>
            </a:lvl1pPr>
          </a:lstStyle>
          <a:p>
            <a:endParaRPr lang="en-RU" dirty="0"/>
          </a:p>
        </p:txBody>
      </p:sp>
      <p:sp>
        <p:nvSpPr>
          <p:cNvPr id="9" name="Picture Placeholder 2">
            <a:extLst>
              <a:ext uri="{FF2B5EF4-FFF2-40B4-BE49-F238E27FC236}">
                <a16:creationId xmlns:a16="http://schemas.microsoft.com/office/drawing/2014/main" id="{8DCDBF16-3682-A242-9C9E-476989CD5EA2}"/>
              </a:ext>
            </a:extLst>
          </p:cNvPr>
          <p:cNvSpPr>
            <a:spLocks noGrp="1"/>
          </p:cNvSpPr>
          <p:nvPr>
            <p:ph type="pic" sz="quarter" idx="12"/>
          </p:nvPr>
        </p:nvSpPr>
        <p:spPr>
          <a:xfrm>
            <a:off x="11058488" y="3867576"/>
            <a:ext cx="2403476" cy="2401888"/>
          </a:xfrm>
          <a:prstGeom prst="rect">
            <a:avLst/>
          </a:prstGeom>
          <a:solidFill>
            <a:schemeClr val="bg2">
              <a:lumMod val="90000"/>
            </a:schemeClr>
          </a:solidFill>
        </p:spPr>
        <p:txBody>
          <a:bodyPr anchor="ctr"/>
          <a:lstStyle>
            <a:lvl1pPr marL="0" indent="0" algn="ctr">
              <a:buNone/>
              <a:defRPr sz="2001" b="1" i="0">
                <a:solidFill>
                  <a:schemeClr val="tx1"/>
                </a:solidFill>
                <a:latin typeface="Arial" panose="020B0604020202020204" pitchFamily="34" charset="0"/>
                <a:cs typeface="Arial" panose="020B0604020202020204" pitchFamily="34" charset="0"/>
              </a:defRPr>
            </a:lvl1pPr>
          </a:lstStyle>
          <a:p>
            <a:endParaRPr lang="en-RU" dirty="0"/>
          </a:p>
        </p:txBody>
      </p:sp>
      <p:sp>
        <p:nvSpPr>
          <p:cNvPr id="10" name="Picture Placeholder 2">
            <a:extLst>
              <a:ext uri="{FF2B5EF4-FFF2-40B4-BE49-F238E27FC236}">
                <a16:creationId xmlns:a16="http://schemas.microsoft.com/office/drawing/2014/main" id="{3456F4FF-644F-E34F-AC43-D48D8A05DF1E}"/>
              </a:ext>
            </a:extLst>
          </p:cNvPr>
          <p:cNvSpPr>
            <a:spLocks noGrp="1"/>
          </p:cNvSpPr>
          <p:nvPr>
            <p:ph type="pic" sz="quarter" idx="13"/>
          </p:nvPr>
        </p:nvSpPr>
        <p:spPr>
          <a:xfrm>
            <a:off x="14381526" y="3867576"/>
            <a:ext cx="2403476" cy="2401888"/>
          </a:xfrm>
          <a:prstGeom prst="rect">
            <a:avLst/>
          </a:prstGeom>
          <a:solidFill>
            <a:schemeClr val="bg2">
              <a:lumMod val="90000"/>
            </a:schemeClr>
          </a:solidFill>
        </p:spPr>
        <p:txBody>
          <a:bodyPr anchor="ctr"/>
          <a:lstStyle>
            <a:lvl1pPr marL="0" indent="0" algn="ctr">
              <a:buNone/>
              <a:defRPr sz="2001" b="1" i="0">
                <a:solidFill>
                  <a:schemeClr val="tx1"/>
                </a:solidFill>
                <a:latin typeface="Arial" panose="020B0604020202020204" pitchFamily="34" charset="0"/>
                <a:cs typeface="Arial" panose="020B0604020202020204" pitchFamily="34" charset="0"/>
              </a:defRPr>
            </a:lvl1pPr>
          </a:lstStyle>
          <a:p>
            <a:endParaRPr lang="en-RU" dirty="0"/>
          </a:p>
        </p:txBody>
      </p:sp>
      <p:sp>
        <p:nvSpPr>
          <p:cNvPr id="15" name="Picture Placeholder 2">
            <a:extLst>
              <a:ext uri="{FF2B5EF4-FFF2-40B4-BE49-F238E27FC236}">
                <a16:creationId xmlns:a16="http://schemas.microsoft.com/office/drawing/2014/main" id="{6E67A86B-D2D7-4448-8557-A3A39BC9F7FD}"/>
              </a:ext>
            </a:extLst>
          </p:cNvPr>
          <p:cNvSpPr>
            <a:spLocks noGrp="1"/>
          </p:cNvSpPr>
          <p:nvPr>
            <p:ph type="pic" sz="quarter" idx="14"/>
          </p:nvPr>
        </p:nvSpPr>
        <p:spPr>
          <a:xfrm>
            <a:off x="17704564" y="3867576"/>
            <a:ext cx="2403476" cy="2401888"/>
          </a:xfrm>
          <a:prstGeom prst="rect">
            <a:avLst/>
          </a:prstGeom>
          <a:solidFill>
            <a:schemeClr val="bg2">
              <a:lumMod val="90000"/>
            </a:schemeClr>
          </a:solidFill>
        </p:spPr>
        <p:txBody>
          <a:bodyPr anchor="ctr"/>
          <a:lstStyle>
            <a:lvl1pPr marL="0" indent="0" algn="ctr">
              <a:buNone/>
              <a:defRPr sz="2001" b="1" i="0">
                <a:solidFill>
                  <a:schemeClr val="tx1"/>
                </a:solidFill>
                <a:latin typeface="Arial" panose="020B0604020202020204" pitchFamily="34" charset="0"/>
                <a:cs typeface="Arial" panose="020B0604020202020204" pitchFamily="34" charset="0"/>
              </a:defRPr>
            </a:lvl1pPr>
          </a:lstStyle>
          <a:p>
            <a:endParaRPr lang="en-RU" dirty="0"/>
          </a:p>
        </p:txBody>
      </p:sp>
      <p:sp>
        <p:nvSpPr>
          <p:cNvPr id="16" name="Picture Placeholder 2">
            <a:extLst>
              <a:ext uri="{FF2B5EF4-FFF2-40B4-BE49-F238E27FC236}">
                <a16:creationId xmlns:a16="http://schemas.microsoft.com/office/drawing/2014/main" id="{13B8D20F-D046-D946-99FE-1E81A88B9B31}"/>
              </a:ext>
            </a:extLst>
          </p:cNvPr>
          <p:cNvSpPr>
            <a:spLocks noGrp="1"/>
          </p:cNvSpPr>
          <p:nvPr>
            <p:ph type="pic" sz="quarter" idx="15"/>
          </p:nvPr>
        </p:nvSpPr>
        <p:spPr>
          <a:xfrm>
            <a:off x="4412413" y="7104552"/>
            <a:ext cx="2403476" cy="2401888"/>
          </a:xfrm>
          <a:prstGeom prst="rect">
            <a:avLst/>
          </a:prstGeom>
          <a:solidFill>
            <a:schemeClr val="bg2">
              <a:lumMod val="90000"/>
            </a:schemeClr>
          </a:solidFill>
        </p:spPr>
        <p:txBody>
          <a:bodyPr anchor="ctr"/>
          <a:lstStyle>
            <a:lvl1pPr marL="0" indent="0" algn="ctr">
              <a:buNone/>
              <a:defRPr sz="2001" b="1" i="0">
                <a:solidFill>
                  <a:schemeClr val="tx1"/>
                </a:solidFill>
                <a:latin typeface="Arial" panose="020B0604020202020204" pitchFamily="34" charset="0"/>
                <a:cs typeface="Arial" panose="020B0604020202020204" pitchFamily="34" charset="0"/>
              </a:defRPr>
            </a:lvl1pPr>
          </a:lstStyle>
          <a:p>
            <a:endParaRPr lang="en-RU" dirty="0"/>
          </a:p>
        </p:txBody>
      </p:sp>
      <p:sp>
        <p:nvSpPr>
          <p:cNvPr id="17" name="Picture Placeholder 2">
            <a:extLst>
              <a:ext uri="{FF2B5EF4-FFF2-40B4-BE49-F238E27FC236}">
                <a16:creationId xmlns:a16="http://schemas.microsoft.com/office/drawing/2014/main" id="{7C0CB0D5-2B46-DD4D-8C04-40F9D2008D42}"/>
              </a:ext>
            </a:extLst>
          </p:cNvPr>
          <p:cNvSpPr>
            <a:spLocks noGrp="1"/>
          </p:cNvSpPr>
          <p:nvPr>
            <p:ph type="pic" sz="quarter" idx="16"/>
          </p:nvPr>
        </p:nvSpPr>
        <p:spPr>
          <a:xfrm>
            <a:off x="7735451" y="7104552"/>
            <a:ext cx="2403476" cy="2401888"/>
          </a:xfrm>
          <a:prstGeom prst="rect">
            <a:avLst/>
          </a:prstGeom>
          <a:solidFill>
            <a:schemeClr val="bg2">
              <a:lumMod val="90000"/>
            </a:schemeClr>
          </a:solidFill>
        </p:spPr>
        <p:txBody>
          <a:bodyPr anchor="ctr"/>
          <a:lstStyle>
            <a:lvl1pPr marL="0" indent="0" algn="ctr">
              <a:buNone/>
              <a:defRPr sz="2001" b="1" i="0">
                <a:solidFill>
                  <a:schemeClr val="tx1"/>
                </a:solidFill>
                <a:latin typeface="Arial" panose="020B0604020202020204" pitchFamily="34" charset="0"/>
                <a:cs typeface="Arial" panose="020B0604020202020204" pitchFamily="34" charset="0"/>
              </a:defRPr>
            </a:lvl1pPr>
          </a:lstStyle>
          <a:p>
            <a:endParaRPr lang="en-RU" dirty="0"/>
          </a:p>
        </p:txBody>
      </p:sp>
      <p:sp>
        <p:nvSpPr>
          <p:cNvPr id="18" name="Picture Placeholder 2">
            <a:extLst>
              <a:ext uri="{FF2B5EF4-FFF2-40B4-BE49-F238E27FC236}">
                <a16:creationId xmlns:a16="http://schemas.microsoft.com/office/drawing/2014/main" id="{15A5B861-B62C-8042-958E-38453E093450}"/>
              </a:ext>
            </a:extLst>
          </p:cNvPr>
          <p:cNvSpPr>
            <a:spLocks noGrp="1"/>
          </p:cNvSpPr>
          <p:nvPr>
            <p:ph type="pic" sz="quarter" idx="17"/>
          </p:nvPr>
        </p:nvSpPr>
        <p:spPr>
          <a:xfrm>
            <a:off x="11058488" y="7104552"/>
            <a:ext cx="2403476" cy="2401888"/>
          </a:xfrm>
          <a:prstGeom prst="rect">
            <a:avLst/>
          </a:prstGeom>
          <a:solidFill>
            <a:schemeClr val="bg2">
              <a:lumMod val="90000"/>
            </a:schemeClr>
          </a:solidFill>
        </p:spPr>
        <p:txBody>
          <a:bodyPr anchor="ctr"/>
          <a:lstStyle>
            <a:lvl1pPr marL="0" indent="0" algn="ctr">
              <a:buNone/>
              <a:defRPr sz="2001" b="1" i="0">
                <a:solidFill>
                  <a:schemeClr val="tx1"/>
                </a:solidFill>
                <a:latin typeface="Arial" panose="020B0604020202020204" pitchFamily="34" charset="0"/>
                <a:cs typeface="Arial" panose="020B0604020202020204" pitchFamily="34" charset="0"/>
              </a:defRPr>
            </a:lvl1pPr>
          </a:lstStyle>
          <a:p>
            <a:endParaRPr lang="en-RU" dirty="0"/>
          </a:p>
        </p:txBody>
      </p:sp>
      <p:sp>
        <p:nvSpPr>
          <p:cNvPr id="19" name="Picture Placeholder 2">
            <a:extLst>
              <a:ext uri="{FF2B5EF4-FFF2-40B4-BE49-F238E27FC236}">
                <a16:creationId xmlns:a16="http://schemas.microsoft.com/office/drawing/2014/main" id="{4E68379E-C006-DE43-A791-6269DC771BBC}"/>
              </a:ext>
            </a:extLst>
          </p:cNvPr>
          <p:cNvSpPr>
            <a:spLocks noGrp="1"/>
          </p:cNvSpPr>
          <p:nvPr>
            <p:ph type="pic" sz="quarter" idx="18"/>
          </p:nvPr>
        </p:nvSpPr>
        <p:spPr>
          <a:xfrm>
            <a:off x="14381526" y="7104552"/>
            <a:ext cx="2403476" cy="2401888"/>
          </a:xfrm>
          <a:prstGeom prst="rect">
            <a:avLst/>
          </a:prstGeom>
          <a:solidFill>
            <a:schemeClr val="bg2">
              <a:lumMod val="90000"/>
            </a:schemeClr>
          </a:solidFill>
        </p:spPr>
        <p:txBody>
          <a:bodyPr anchor="ctr"/>
          <a:lstStyle>
            <a:lvl1pPr marL="0" indent="0" algn="ctr">
              <a:buNone/>
              <a:defRPr sz="2001" b="1" i="0">
                <a:solidFill>
                  <a:schemeClr val="tx1"/>
                </a:solidFill>
                <a:latin typeface="Arial" panose="020B0604020202020204" pitchFamily="34" charset="0"/>
                <a:cs typeface="Arial" panose="020B0604020202020204" pitchFamily="34" charset="0"/>
              </a:defRPr>
            </a:lvl1pPr>
          </a:lstStyle>
          <a:p>
            <a:endParaRPr lang="en-RU" dirty="0"/>
          </a:p>
        </p:txBody>
      </p:sp>
      <p:sp>
        <p:nvSpPr>
          <p:cNvPr id="20" name="Picture Placeholder 2">
            <a:extLst>
              <a:ext uri="{FF2B5EF4-FFF2-40B4-BE49-F238E27FC236}">
                <a16:creationId xmlns:a16="http://schemas.microsoft.com/office/drawing/2014/main" id="{D2AFC5A0-9BEF-D44B-9C18-CB175E90F418}"/>
              </a:ext>
            </a:extLst>
          </p:cNvPr>
          <p:cNvSpPr>
            <a:spLocks noGrp="1"/>
          </p:cNvSpPr>
          <p:nvPr>
            <p:ph type="pic" sz="quarter" idx="19"/>
          </p:nvPr>
        </p:nvSpPr>
        <p:spPr>
          <a:xfrm>
            <a:off x="17704564" y="7104552"/>
            <a:ext cx="2403476" cy="2401888"/>
          </a:xfrm>
          <a:prstGeom prst="rect">
            <a:avLst/>
          </a:prstGeom>
          <a:solidFill>
            <a:schemeClr val="bg2">
              <a:lumMod val="90000"/>
            </a:schemeClr>
          </a:solidFill>
        </p:spPr>
        <p:txBody>
          <a:bodyPr anchor="ctr"/>
          <a:lstStyle>
            <a:lvl1pPr marL="0" indent="0" algn="ctr">
              <a:buNone/>
              <a:defRPr sz="2001" b="1" i="0">
                <a:solidFill>
                  <a:schemeClr val="tx1"/>
                </a:solidFill>
                <a:latin typeface="Arial" panose="020B0604020202020204" pitchFamily="34" charset="0"/>
                <a:cs typeface="Arial" panose="020B0604020202020204" pitchFamily="34" charset="0"/>
              </a:defRPr>
            </a:lvl1pPr>
          </a:lstStyle>
          <a:p>
            <a:endParaRPr lang="en-RU" dirty="0"/>
          </a:p>
        </p:txBody>
      </p:sp>
      <p:sp>
        <p:nvSpPr>
          <p:cNvPr id="2" name="Circle">
            <a:extLst>
              <a:ext uri="{FF2B5EF4-FFF2-40B4-BE49-F238E27FC236}">
                <a16:creationId xmlns:a16="http://schemas.microsoft.com/office/drawing/2014/main" id="{1780EDDA-258C-931F-B0A1-E4E70C698017}"/>
              </a:ext>
            </a:extLst>
          </p:cNvPr>
          <p:cNvSpPr/>
          <p:nvPr userDrawn="1"/>
        </p:nvSpPr>
        <p:spPr>
          <a:xfrm>
            <a:off x="22441118" y="11878734"/>
            <a:ext cx="571500" cy="571500"/>
          </a:xfrm>
          <a:prstGeom prst="ellipse">
            <a:avLst/>
          </a:prstGeom>
          <a:solidFill>
            <a:schemeClr val="accent1"/>
          </a:solidFill>
          <a:ln w="12700">
            <a:miter lim="400000"/>
          </a:ln>
        </p:spPr>
        <p:txBody>
          <a:bodyPr lIns="0" tIns="0" rIns="0" bIns="0" anchor="ctr"/>
          <a:lstStyle/>
          <a:p>
            <a:pPr>
              <a:defRPr sz="3200" b="0">
                <a:solidFill>
                  <a:srgbClr val="FFFFFF"/>
                </a:solidFill>
                <a:latin typeface="+mn-lt"/>
                <a:ea typeface="+mn-ea"/>
                <a:cs typeface="+mn-cs"/>
                <a:sym typeface="Helvetica Neue Medium"/>
              </a:defRPr>
            </a:pPr>
            <a:endParaRPr sz="3200" dirty="0">
              <a:latin typeface="Arial Black" panose="020B0604020202020204" pitchFamily="34" charset="0"/>
              <a:cs typeface="Arial Black" panose="020B0604020202020204" pitchFamily="34" charset="0"/>
            </a:endParaRPr>
          </a:p>
        </p:txBody>
      </p:sp>
      <p:sp>
        <p:nvSpPr>
          <p:cNvPr id="4" name="TextBox 3">
            <a:extLst>
              <a:ext uri="{FF2B5EF4-FFF2-40B4-BE49-F238E27FC236}">
                <a16:creationId xmlns:a16="http://schemas.microsoft.com/office/drawing/2014/main" id="{45A778B2-1FAE-607E-FE4E-E79180AC544D}"/>
              </a:ext>
            </a:extLst>
          </p:cNvPr>
          <p:cNvSpPr txBox="1"/>
          <p:nvPr userDrawn="1"/>
        </p:nvSpPr>
        <p:spPr>
          <a:xfrm>
            <a:off x="21945599" y="11989137"/>
            <a:ext cx="1583872" cy="31803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fld id="{237BFCC7-0462-204F-8CFA-53F012517568}" type="slidenum">
              <a:rPr kumimoji="0" lang="en-RU" sz="1400" b="1" i="0" u="none" strike="noStrike" cap="none" spc="0" normalizeH="0" baseline="0" smtClean="0">
                <a:ln>
                  <a:noFill/>
                </a:ln>
                <a:solidFill>
                  <a:schemeClr val="bg1"/>
                </a:solidFill>
                <a:effectLst/>
                <a:uFillTx/>
                <a:latin typeface="Arial" panose="020B0604020202020204" pitchFamily="34" charset="0"/>
                <a:ea typeface="Helvetica Neue"/>
                <a:cs typeface="Arial" panose="020B0604020202020204" pitchFamily="34" charset="0"/>
                <a:sym typeface="Helvetica Neue"/>
              </a:rPr>
              <a:t>‹#›</a:t>
            </a:fld>
            <a:endParaRPr kumimoji="0" lang="en-RU" sz="1400" b="1" i="0" u="none" strike="noStrike" cap="none" spc="0" normalizeH="0" baseline="0" dirty="0">
              <a:ln>
                <a:noFill/>
              </a:ln>
              <a:solidFill>
                <a:schemeClr val="bg1"/>
              </a:solidFill>
              <a:effectLst/>
              <a:uFillTx/>
              <a:latin typeface="Arial" panose="020B0604020202020204" pitchFamily="34" charset="0"/>
              <a:ea typeface="Helvetica Neue"/>
              <a:cs typeface="Arial" panose="020B0604020202020204" pitchFamily="34" charset="0"/>
              <a:sym typeface="Helvetica Neue"/>
            </a:endParaRPr>
          </a:p>
        </p:txBody>
      </p:sp>
      <p:pic>
        <p:nvPicPr>
          <p:cNvPr id="12" name="Рисунок 11">
            <a:extLst>
              <a:ext uri="{FF2B5EF4-FFF2-40B4-BE49-F238E27FC236}">
                <a16:creationId xmlns:a16="http://schemas.microsoft.com/office/drawing/2014/main" id="{4EDA639E-E9D9-F25D-CEAA-E7B960C617D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0200159" y="742369"/>
            <a:ext cx="3046664" cy="1332916"/>
          </a:xfrm>
          <a:prstGeom prst="rect">
            <a:avLst/>
          </a:prstGeom>
        </p:spPr>
      </p:pic>
    </p:spTree>
    <p:extLst>
      <p:ext uri="{BB962C8B-B14F-4D97-AF65-F5344CB8AC3E}">
        <p14:creationId xmlns:p14="http://schemas.microsoft.com/office/powerpoint/2010/main" val="1021012141"/>
      </p:ext>
    </p:extLst>
  </p:cSld>
  <p:clrMapOvr>
    <a:masterClrMapping/>
  </p:clrMapOvr>
  <p:transition spd="med"/>
  <p:extLst>
    <p:ext uri="{DCECCB84-F9BA-43D5-87BE-67443E8EF086}">
      <p15:sldGuideLst xmlns:p15="http://schemas.microsoft.com/office/powerpoint/2012/main">
        <p15:guide id="1" orient="horz" pos="4320" userDrawn="1">
          <p15:clr>
            <a:srgbClr val="FBAE40"/>
          </p15:clr>
        </p15:guide>
        <p15:guide id="2" pos="768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x">
  <p:cSld name="Title &amp; no page number">
    <p:bg>
      <p:bgPr>
        <a:solidFill>
          <a:schemeClr val="bg2"/>
        </a:solidFill>
        <a:effectLst/>
      </p:bgPr>
    </p:bg>
    <p:spTree>
      <p:nvGrpSpPr>
        <p:cNvPr id="1" name=""/>
        <p:cNvGrpSpPr/>
        <p:nvPr/>
      </p:nvGrpSpPr>
      <p:grpSpPr>
        <a:xfrm>
          <a:off x="0" y="0"/>
          <a:ext cx="0" cy="0"/>
          <a:chOff x="0" y="0"/>
          <a:chExt cx="0" cy="0"/>
        </a:xfrm>
      </p:grpSpPr>
      <p:pic>
        <p:nvPicPr>
          <p:cNvPr id="2" name="Рисунок 1">
            <a:extLst>
              <a:ext uri="{FF2B5EF4-FFF2-40B4-BE49-F238E27FC236}">
                <a16:creationId xmlns:a16="http://schemas.microsoft.com/office/drawing/2014/main" id="{C924A6BA-403C-C420-3E14-6AB92BC8C79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0200159" y="742369"/>
            <a:ext cx="3046664" cy="1332916"/>
          </a:xfrm>
          <a:prstGeom prst="rect">
            <a:avLst/>
          </a:prstGeom>
        </p:spPr>
      </p:pic>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Title &amp; Subtitle (without header)">
    <p:bg>
      <p:bgPr>
        <a:solidFill>
          <a:schemeClr val="bg2"/>
        </a:solidFill>
        <a:effectLst/>
      </p:bgPr>
    </p:bg>
    <p:spTree>
      <p:nvGrpSpPr>
        <p:cNvPr id="1" name=""/>
        <p:cNvGrpSpPr/>
        <p:nvPr/>
      </p:nvGrpSpPr>
      <p:grpSpPr>
        <a:xfrm>
          <a:off x="0" y="0"/>
          <a:ext cx="0" cy="0"/>
          <a:chOff x="0" y="0"/>
          <a:chExt cx="0" cy="0"/>
        </a:xfrm>
      </p:grpSpPr>
      <p:sp>
        <p:nvSpPr>
          <p:cNvPr id="2" name="Circle">
            <a:extLst>
              <a:ext uri="{FF2B5EF4-FFF2-40B4-BE49-F238E27FC236}">
                <a16:creationId xmlns:a16="http://schemas.microsoft.com/office/drawing/2014/main" id="{43FBEB1F-7A76-9A45-261E-C90E40F044DB}"/>
              </a:ext>
            </a:extLst>
          </p:cNvPr>
          <p:cNvSpPr/>
          <p:nvPr userDrawn="1"/>
        </p:nvSpPr>
        <p:spPr>
          <a:xfrm>
            <a:off x="22441118" y="11878734"/>
            <a:ext cx="571500" cy="571500"/>
          </a:xfrm>
          <a:prstGeom prst="ellipse">
            <a:avLst/>
          </a:prstGeom>
          <a:solidFill>
            <a:schemeClr val="accent1"/>
          </a:solidFill>
          <a:ln w="12700">
            <a:miter lim="400000"/>
          </a:ln>
        </p:spPr>
        <p:txBody>
          <a:bodyPr lIns="0" tIns="0" rIns="0" bIns="0" anchor="ctr"/>
          <a:lstStyle/>
          <a:p>
            <a:pPr>
              <a:defRPr sz="3200" b="0">
                <a:solidFill>
                  <a:srgbClr val="FFFFFF"/>
                </a:solidFill>
                <a:latin typeface="+mn-lt"/>
                <a:ea typeface="+mn-ea"/>
                <a:cs typeface="+mn-cs"/>
                <a:sym typeface="Helvetica Neue Medium"/>
              </a:defRPr>
            </a:pPr>
            <a:endParaRPr sz="3200" dirty="0">
              <a:latin typeface="Arial Black" panose="020B0604020202020204" pitchFamily="34" charset="0"/>
              <a:cs typeface="Arial Black" panose="020B0604020202020204" pitchFamily="34" charset="0"/>
            </a:endParaRPr>
          </a:p>
        </p:txBody>
      </p:sp>
      <p:sp>
        <p:nvSpPr>
          <p:cNvPr id="3" name="TextBox 2">
            <a:extLst>
              <a:ext uri="{FF2B5EF4-FFF2-40B4-BE49-F238E27FC236}">
                <a16:creationId xmlns:a16="http://schemas.microsoft.com/office/drawing/2014/main" id="{79A3E8BA-B8F4-B639-5694-FC4340E808AD}"/>
              </a:ext>
            </a:extLst>
          </p:cNvPr>
          <p:cNvSpPr txBox="1"/>
          <p:nvPr userDrawn="1"/>
        </p:nvSpPr>
        <p:spPr>
          <a:xfrm>
            <a:off x="21945599" y="11989137"/>
            <a:ext cx="1583872" cy="31803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fld id="{237BFCC7-0462-204F-8CFA-53F012517568}" type="slidenum">
              <a:rPr kumimoji="0" lang="en-RU" sz="1400" b="1" i="0" u="none" strike="noStrike" cap="none" spc="0" normalizeH="0" baseline="0" smtClean="0">
                <a:ln>
                  <a:noFill/>
                </a:ln>
                <a:solidFill>
                  <a:schemeClr val="bg1"/>
                </a:solidFill>
                <a:effectLst/>
                <a:uFillTx/>
                <a:latin typeface="Arial" panose="020B0604020202020204" pitchFamily="34" charset="0"/>
                <a:ea typeface="Helvetica Neue"/>
                <a:cs typeface="Arial" panose="020B0604020202020204" pitchFamily="34" charset="0"/>
                <a:sym typeface="Helvetica Neue"/>
              </a:rPr>
              <a:t>‹#›</a:t>
            </a:fld>
            <a:endParaRPr kumimoji="0" lang="en-RU" sz="1400" b="1" i="0" u="none" strike="noStrike" cap="none" spc="0" normalizeH="0" baseline="0" dirty="0">
              <a:ln>
                <a:noFill/>
              </a:ln>
              <a:solidFill>
                <a:schemeClr val="bg1"/>
              </a:solidFill>
              <a:effectLst/>
              <a:uFillTx/>
              <a:latin typeface="Arial" panose="020B0604020202020204" pitchFamily="34" charset="0"/>
              <a:ea typeface="Helvetica Neue"/>
              <a:cs typeface="Arial" panose="020B0604020202020204" pitchFamily="34" charset="0"/>
              <a:sym typeface="Helvetica Neue"/>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mp; Subtitle (without header) + Photos">
    <p:bg>
      <p:bgPr>
        <a:solidFill>
          <a:schemeClr val="bg2"/>
        </a:solidFill>
        <a:effectLst/>
      </p:bgPr>
    </p:bg>
    <p:spTree>
      <p:nvGrpSpPr>
        <p:cNvPr id="1" name=""/>
        <p:cNvGrpSpPr/>
        <p:nvPr/>
      </p:nvGrpSpPr>
      <p:grpSpPr>
        <a:xfrm>
          <a:off x="0" y="0"/>
          <a:ext cx="0" cy="0"/>
          <a:chOff x="0" y="0"/>
          <a:chExt cx="0" cy="0"/>
        </a:xfrm>
      </p:grpSpPr>
      <p:sp>
        <p:nvSpPr>
          <p:cNvPr id="4" name="Picture Placeholder 2">
            <a:extLst>
              <a:ext uri="{FF2B5EF4-FFF2-40B4-BE49-F238E27FC236}">
                <a16:creationId xmlns:a16="http://schemas.microsoft.com/office/drawing/2014/main" id="{FBAE1344-71FB-214A-985A-C79AE33BAD38}"/>
              </a:ext>
            </a:extLst>
          </p:cNvPr>
          <p:cNvSpPr>
            <a:spLocks noGrp="1"/>
          </p:cNvSpPr>
          <p:nvPr>
            <p:ph type="pic" sz="quarter" idx="10"/>
          </p:nvPr>
        </p:nvSpPr>
        <p:spPr>
          <a:xfrm>
            <a:off x="4412413" y="3867576"/>
            <a:ext cx="2403476" cy="2401888"/>
          </a:xfrm>
          <a:prstGeom prst="rect">
            <a:avLst/>
          </a:prstGeom>
          <a:solidFill>
            <a:schemeClr val="bg2">
              <a:lumMod val="90000"/>
            </a:schemeClr>
          </a:solidFill>
        </p:spPr>
        <p:txBody>
          <a:bodyPr anchor="ctr"/>
          <a:lstStyle>
            <a:lvl1pPr marL="0" indent="0" algn="ctr">
              <a:buNone/>
              <a:defRPr sz="2001" b="1" i="0">
                <a:solidFill>
                  <a:schemeClr val="tx1"/>
                </a:solidFill>
                <a:latin typeface="Arial" panose="020B0604020202020204" pitchFamily="34" charset="0"/>
                <a:cs typeface="Arial" panose="020B0604020202020204" pitchFamily="34" charset="0"/>
              </a:defRPr>
            </a:lvl1pPr>
          </a:lstStyle>
          <a:p>
            <a:endParaRPr lang="en-RU" dirty="0"/>
          </a:p>
        </p:txBody>
      </p:sp>
      <p:sp>
        <p:nvSpPr>
          <p:cNvPr id="5" name="Picture Placeholder 2">
            <a:extLst>
              <a:ext uri="{FF2B5EF4-FFF2-40B4-BE49-F238E27FC236}">
                <a16:creationId xmlns:a16="http://schemas.microsoft.com/office/drawing/2014/main" id="{3FAF2F12-F6A2-F94B-94A1-8FC535902C7B}"/>
              </a:ext>
            </a:extLst>
          </p:cNvPr>
          <p:cNvSpPr>
            <a:spLocks noGrp="1"/>
          </p:cNvSpPr>
          <p:nvPr>
            <p:ph type="pic" sz="quarter" idx="11"/>
          </p:nvPr>
        </p:nvSpPr>
        <p:spPr>
          <a:xfrm>
            <a:off x="7735451" y="3867576"/>
            <a:ext cx="2403476" cy="2401888"/>
          </a:xfrm>
          <a:prstGeom prst="rect">
            <a:avLst/>
          </a:prstGeom>
          <a:solidFill>
            <a:schemeClr val="bg2">
              <a:lumMod val="90000"/>
            </a:schemeClr>
          </a:solidFill>
        </p:spPr>
        <p:txBody>
          <a:bodyPr anchor="ctr"/>
          <a:lstStyle>
            <a:lvl1pPr marL="0" indent="0" algn="ctr">
              <a:buNone/>
              <a:defRPr sz="2001" b="1" i="0">
                <a:solidFill>
                  <a:schemeClr val="tx1"/>
                </a:solidFill>
                <a:latin typeface="Arial" panose="020B0604020202020204" pitchFamily="34" charset="0"/>
                <a:cs typeface="Arial" panose="020B0604020202020204" pitchFamily="34" charset="0"/>
              </a:defRPr>
            </a:lvl1pPr>
          </a:lstStyle>
          <a:p>
            <a:endParaRPr lang="en-RU" dirty="0"/>
          </a:p>
        </p:txBody>
      </p:sp>
      <p:sp>
        <p:nvSpPr>
          <p:cNvPr id="6" name="Picture Placeholder 2">
            <a:extLst>
              <a:ext uri="{FF2B5EF4-FFF2-40B4-BE49-F238E27FC236}">
                <a16:creationId xmlns:a16="http://schemas.microsoft.com/office/drawing/2014/main" id="{D2D72B2A-0AFA-E744-A788-3DBAB2334098}"/>
              </a:ext>
            </a:extLst>
          </p:cNvPr>
          <p:cNvSpPr>
            <a:spLocks noGrp="1"/>
          </p:cNvSpPr>
          <p:nvPr>
            <p:ph type="pic" sz="quarter" idx="12"/>
          </p:nvPr>
        </p:nvSpPr>
        <p:spPr>
          <a:xfrm>
            <a:off x="11058488" y="3867576"/>
            <a:ext cx="2403476" cy="2401888"/>
          </a:xfrm>
          <a:prstGeom prst="rect">
            <a:avLst/>
          </a:prstGeom>
          <a:solidFill>
            <a:schemeClr val="bg2">
              <a:lumMod val="90000"/>
            </a:schemeClr>
          </a:solidFill>
        </p:spPr>
        <p:txBody>
          <a:bodyPr anchor="ctr"/>
          <a:lstStyle>
            <a:lvl1pPr marL="0" indent="0" algn="ctr">
              <a:buNone/>
              <a:defRPr sz="2001" b="1" i="0">
                <a:solidFill>
                  <a:schemeClr val="tx1"/>
                </a:solidFill>
                <a:latin typeface="Arial" panose="020B0604020202020204" pitchFamily="34" charset="0"/>
                <a:cs typeface="Arial" panose="020B0604020202020204" pitchFamily="34" charset="0"/>
              </a:defRPr>
            </a:lvl1pPr>
          </a:lstStyle>
          <a:p>
            <a:endParaRPr lang="en-RU" dirty="0"/>
          </a:p>
        </p:txBody>
      </p:sp>
      <p:sp>
        <p:nvSpPr>
          <p:cNvPr id="7" name="Picture Placeholder 2">
            <a:extLst>
              <a:ext uri="{FF2B5EF4-FFF2-40B4-BE49-F238E27FC236}">
                <a16:creationId xmlns:a16="http://schemas.microsoft.com/office/drawing/2014/main" id="{C86CE5F9-F76C-5447-854F-C41CDBCF8B4D}"/>
              </a:ext>
            </a:extLst>
          </p:cNvPr>
          <p:cNvSpPr>
            <a:spLocks noGrp="1"/>
          </p:cNvSpPr>
          <p:nvPr>
            <p:ph type="pic" sz="quarter" idx="13"/>
          </p:nvPr>
        </p:nvSpPr>
        <p:spPr>
          <a:xfrm>
            <a:off x="14381526" y="3867576"/>
            <a:ext cx="2403476" cy="2401888"/>
          </a:xfrm>
          <a:prstGeom prst="rect">
            <a:avLst/>
          </a:prstGeom>
          <a:solidFill>
            <a:schemeClr val="bg2">
              <a:lumMod val="90000"/>
            </a:schemeClr>
          </a:solidFill>
        </p:spPr>
        <p:txBody>
          <a:bodyPr anchor="ctr"/>
          <a:lstStyle>
            <a:lvl1pPr marL="0" indent="0" algn="ctr">
              <a:buNone/>
              <a:defRPr sz="2001" b="1" i="0">
                <a:solidFill>
                  <a:schemeClr val="tx1"/>
                </a:solidFill>
                <a:latin typeface="Arial" panose="020B0604020202020204" pitchFamily="34" charset="0"/>
                <a:cs typeface="Arial" panose="020B0604020202020204" pitchFamily="34" charset="0"/>
              </a:defRPr>
            </a:lvl1pPr>
          </a:lstStyle>
          <a:p>
            <a:endParaRPr lang="en-RU" dirty="0"/>
          </a:p>
        </p:txBody>
      </p:sp>
      <p:sp>
        <p:nvSpPr>
          <p:cNvPr id="8" name="Picture Placeholder 2">
            <a:extLst>
              <a:ext uri="{FF2B5EF4-FFF2-40B4-BE49-F238E27FC236}">
                <a16:creationId xmlns:a16="http://schemas.microsoft.com/office/drawing/2014/main" id="{AD67D36D-1FCA-3A46-9B4A-5D1828C6D688}"/>
              </a:ext>
            </a:extLst>
          </p:cNvPr>
          <p:cNvSpPr>
            <a:spLocks noGrp="1"/>
          </p:cNvSpPr>
          <p:nvPr>
            <p:ph type="pic" sz="quarter" idx="14"/>
          </p:nvPr>
        </p:nvSpPr>
        <p:spPr>
          <a:xfrm>
            <a:off x="17704564" y="3867576"/>
            <a:ext cx="2403476" cy="2401888"/>
          </a:xfrm>
          <a:prstGeom prst="rect">
            <a:avLst/>
          </a:prstGeom>
          <a:solidFill>
            <a:schemeClr val="bg2">
              <a:lumMod val="90000"/>
            </a:schemeClr>
          </a:solidFill>
        </p:spPr>
        <p:txBody>
          <a:bodyPr anchor="ctr"/>
          <a:lstStyle>
            <a:lvl1pPr marL="0" indent="0" algn="ctr">
              <a:buNone/>
              <a:defRPr sz="2001" b="1" i="0">
                <a:solidFill>
                  <a:schemeClr val="tx1"/>
                </a:solidFill>
                <a:latin typeface="Arial" panose="020B0604020202020204" pitchFamily="34" charset="0"/>
                <a:cs typeface="Arial" panose="020B0604020202020204" pitchFamily="34" charset="0"/>
              </a:defRPr>
            </a:lvl1pPr>
          </a:lstStyle>
          <a:p>
            <a:endParaRPr lang="en-RU" dirty="0"/>
          </a:p>
        </p:txBody>
      </p:sp>
      <p:sp>
        <p:nvSpPr>
          <p:cNvPr id="9" name="Picture Placeholder 2">
            <a:extLst>
              <a:ext uri="{FF2B5EF4-FFF2-40B4-BE49-F238E27FC236}">
                <a16:creationId xmlns:a16="http://schemas.microsoft.com/office/drawing/2014/main" id="{486BE658-6D24-CA4C-AB3D-5A54CB356B30}"/>
              </a:ext>
            </a:extLst>
          </p:cNvPr>
          <p:cNvSpPr>
            <a:spLocks noGrp="1"/>
          </p:cNvSpPr>
          <p:nvPr>
            <p:ph type="pic" sz="quarter" idx="15"/>
          </p:nvPr>
        </p:nvSpPr>
        <p:spPr>
          <a:xfrm>
            <a:off x="4412413" y="7104552"/>
            <a:ext cx="2403476" cy="2401888"/>
          </a:xfrm>
          <a:prstGeom prst="rect">
            <a:avLst/>
          </a:prstGeom>
          <a:solidFill>
            <a:schemeClr val="bg2">
              <a:lumMod val="90000"/>
            </a:schemeClr>
          </a:solidFill>
        </p:spPr>
        <p:txBody>
          <a:bodyPr anchor="ctr"/>
          <a:lstStyle>
            <a:lvl1pPr marL="0" indent="0" algn="ctr">
              <a:buNone/>
              <a:defRPr sz="2001" b="1" i="0">
                <a:solidFill>
                  <a:schemeClr val="tx1"/>
                </a:solidFill>
                <a:latin typeface="Arial" panose="020B0604020202020204" pitchFamily="34" charset="0"/>
                <a:cs typeface="Arial" panose="020B0604020202020204" pitchFamily="34" charset="0"/>
              </a:defRPr>
            </a:lvl1pPr>
          </a:lstStyle>
          <a:p>
            <a:endParaRPr lang="en-RU" dirty="0"/>
          </a:p>
        </p:txBody>
      </p:sp>
      <p:sp>
        <p:nvSpPr>
          <p:cNvPr id="10" name="Picture Placeholder 2">
            <a:extLst>
              <a:ext uri="{FF2B5EF4-FFF2-40B4-BE49-F238E27FC236}">
                <a16:creationId xmlns:a16="http://schemas.microsoft.com/office/drawing/2014/main" id="{FFF242D3-B6C6-414A-84B9-697A2301F818}"/>
              </a:ext>
            </a:extLst>
          </p:cNvPr>
          <p:cNvSpPr>
            <a:spLocks noGrp="1"/>
          </p:cNvSpPr>
          <p:nvPr>
            <p:ph type="pic" sz="quarter" idx="16"/>
          </p:nvPr>
        </p:nvSpPr>
        <p:spPr>
          <a:xfrm>
            <a:off x="7735451" y="7104552"/>
            <a:ext cx="2403476" cy="2401888"/>
          </a:xfrm>
          <a:prstGeom prst="rect">
            <a:avLst/>
          </a:prstGeom>
          <a:solidFill>
            <a:schemeClr val="bg2">
              <a:lumMod val="90000"/>
            </a:schemeClr>
          </a:solidFill>
        </p:spPr>
        <p:txBody>
          <a:bodyPr anchor="ctr"/>
          <a:lstStyle>
            <a:lvl1pPr marL="0" indent="0" algn="ctr">
              <a:buNone/>
              <a:defRPr sz="2001" b="1" i="0">
                <a:solidFill>
                  <a:schemeClr val="tx1"/>
                </a:solidFill>
                <a:latin typeface="Arial" panose="020B0604020202020204" pitchFamily="34" charset="0"/>
                <a:cs typeface="Arial" panose="020B0604020202020204" pitchFamily="34" charset="0"/>
              </a:defRPr>
            </a:lvl1pPr>
          </a:lstStyle>
          <a:p>
            <a:endParaRPr lang="en-RU" dirty="0"/>
          </a:p>
        </p:txBody>
      </p:sp>
      <p:sp>
        <p:nvSpPr>
          <p:cNvPr id="11" name="Picture Placeholder 2">
            <a:extLst>
              <a:ext uri="{FF2B5EF4-FFF2-40B4-BE49-F238E27FC236}">
                <a16:creationId xmlns:a16="http://schemas.microsoft.com/office/drawing/2014/main" id="{D050F28B-8BAE-5B4C-B35C-E30F344D5141}"/>
              </a:ext>
            </a:extLst>
          </p:cNvPr>
          <p:cNvSpPr>
            <a:spLocks noGrp="1"/>
          </p:cNvSpPr>
          <p:nvPr>
            <p:ph type="pic" sz="quarter" idx="17"/>
          </p:nvPr>
        </p:nvSpPr>
        <p:spPr>
          <a:xfrm>
            <a:off x="11058488" y="7104552"/>
            <a:ext cx="2403476" cy="2401888"/>
          </a:xfrm>
          <a:prstGeom prst="rect">
            <a:avLst/>
          </a:prstGeom>
          <a:solidFill>
            <a:schemeClr val="bg2">
              <a:lumMod val="90000"/>
            </a:schemeClr>
          </a:solidFill>
        </p:spPr>
        <p:txBody>
          <a:bodyPr anchor="ctr"/>
          <a:lstStyle>
            <a:lvl1pPr marL="0" indent="0" algn="ctr">
              <a:buNone/>
              <a:defRPr sz="2001" b="1" i="0">
                <a:solidFill>
                  <a:schemeClr val="tx1"/>
                </a:solidFill>
                <a:latin typeface="Arial" panose="020B0604020202020204" pitchFamily="34" charset="0"/>
                <a:cs typeface="Arial" panose="020B0604020202020204" pitchFamily="34" charset="0"/>
              </a:defRPr>
            </a:lvl1pPr>
          </a:lstStyle>
          <a:p>
            <a:endParaRPr lang="en-RU" dirty="0"/>
          </a:p>
        </p:txBody>
      </p:sp>
      <p:sp>
        <p:nvSpPr>
          <p:cNvPr id="12" name="Picture Placeholder 2">
            <a:extLst>
              <a:ext uri="{FF2B5EF4-FFF2-40B4-BE49-F238E27FC236}">
                <a16:creationId xmlns:a16="http://schemas.microsoft.com/office/drawing/2014/main" id="{642DCAE9-9E18-4B47-A5A0-FB78038F0822}"/>
              </a:ext>
            </a:extLst>
          </p:cNvPr>
          <p:cNvSpPr>
            <a:spLocks noGrp="1"/>
          </p:cNvSpPr>
          <p:nvPr>
            <p:ph type="pic" sz="quarter" idx="18"/>
          </p:nvPr>
        </p:nvSpPr>
        <p:spPr>
          <a:xfrm>
            <a:off x="14381526" y="7104552"/>
            <a:ext cx="2403476" cy="2401888"/>
          </a:xfrm>
          <a:prstGeom prst="rect">
            <a:avLst/>
          </a:prstGeom>
          <a:solidFill>
            <a:schemeClr val="bg2">
              <a:lumMod val="90000"/>
            </a:schemeClr>
          </a:solidFill>
        </p:spPr>
        <p:txBody>
          <a:bodyPr anchor="ctr"/>
          <a:lstStyle>
            <a:lvl1pPr marL="0" indent="0" algn="ctr">
              <a:buNone/>
              <a:defRPr sz="2001" b="1" i="0">
                <a:solidFill>
                  <a:schemeClr val="tx1"/>
                </a:solidFill>
                <a:latin typeface="Arial" panose="020B0604020202020204" pitchFamily="34" charset="0"/>
                <a:cs typeface="Arial" panose="020B0604020202020204" pitchFamily="34" charset="0"/>
              </a:defRPr>
            </a:lvl1pPr>
          </a:lstStyle>
          <a:p>
            <a:endParaRPr lang="en-RU" dirty="0"/>
          </a:p>
        </p:txBody>
      </p:sp>
      <p:sp>
        <p:nvSpPr>
          <p:cNvPr id="13" name="Picture Placeholder 2">
            <a:extLst>
              <a:ext uri="{FF2B5EF4-FFF2-40B4-BE49-F238E27FC236}">
                <a16:creationId xmlns:a16="http://schemas.microsoft.com/office/drawing/2014/main" id="{F32F03F1-C50A-864C-B428-79231A186CED}"/>
              </a:ext>
            </a:extLst>
          </p:cNvPr>
          <p:cNvSpPr>
            <a:spLocks noGrp="1"/>
          </p:cNvSpPr>
          <p:nvPr>
            <p:ph type="pic" sz="quarter" idx="19"/>
          </p:nvPr>
        </p:nvSpPr>
        <p:spPr>
          <a:xfrm>
            <a:off x="17704564" y="7104552"/>
            <a:ext cx="2403476" cy="2401888"/>
          </a:xfrm>
          <a:prstGeom prst="rect">
            <a:avLst/>
          </a:prstGeom>
          <a:solidFill>
            <a:schemeClr val="bg2">
              <a:lumMod val="90000"/>
            </a:schemeClr>
          </a:solidFill>
        </p:spPr>
        <p:txBody>
          <a:bodyPr anchor="ctr"/>
          <a:lstStyle>
            <a:lvl1pPr marL="0" indent="0" algn="ctr">
              <a:buNone/>
              <a:defRPr sz="2001" b="1" i="0">
                <a:solidFill>
                  <a:schemeClr val="tx1"/>
                </a:solidFill>
                <a:latin typeface="Arial" panose="020B0604020202020204" pitchFamily="34" charset="0"/>
                <a:cs typeface="Arial" panose="020B0604020202020204" pitchFamily="34" charset="0"/>
              </a:defRPr>
            </a:lvl1pPr>
          </a:lstStyle>
          <a:p>
            <a:endParaRPr lang="en-RU" dirty="0"/>
          </a:p>
        </p:txBody>
      </p:sp>
      <p:sp>
        <p:nvSpPr>
          <p:cNvPr id="2" name="Circle">
            <a:extLst>
              <a:ext uri="{FF2B5EF4-FFF2-40B4-BE49-F238E27FC236}">
                <a16:creationId xmlns:a16="http://schemas.microsoft.com/office/drawing/2014/main" id="{C1EAAE23-95AD-ACA9-8D10-06E84970F323}"/>
              </a:ext>
            </a:extLst>
          </p:cNvPr>
          <p:cNvSpPr/>
          <p:nvPr userDrawn="1"/>
        </p:nvSpPr>
        <p:spPr>
          <a:xfrm>
            <a:off x="22441118" y="11878734"/>
            <a:ext cx="571500" cy="571500"/>
          </a:xfrm>
          <a:prstGeom prst="ellipse">
            <a:avLst/>
          </a:prstGeom>
          <a:solidFill>
            <a:schemeClr val="accent1"/>
          </a:solidFill>
          <a:ln w="12700">
            <a:miter lim="400000"/>
          </a:ln>
        </p:spPr>
        <p:txBody>
          <a:bodyPr lIns="0" tIns="0" rIns="0" bIns="0" anchor="ctr"/>
          <a:lstStyle/>
          <a:p>
            <a:pPr>
              <a:defRPr sz="3200" b="0">
                <a:solidFill>
                  <a:srgbClr val="FFFFFF"/>
                </a:solidFill>
                <a:latin typeface="+mn-lt"/>
                <a:ea typeface="+mn-ea"/>
                <a:cs typeface="+mn-cs"/>
                <a:sym typeface="Helvetica Neue Medium"/>
              </a:defRPr>
            </a:pPr>
            <a:endParaRPr sz="3200" dirty="0">
              <a:latin typeface="Arial Black" panose="020B0604020202020204" pitchFamily="34" charset="0"/>
              <a:cs typeface="Arial Black" panose="020B0604020202020204" pitchFamily="34" charset="0"/>
            </a:endParaRPr>
          </a:p>
        </p:txBody>
      </p:sp>
      <p:sp>
        <p:nvSpPr>
          <p:cNvPr id="3" name="TextBox 2">
            <a:extLst>
              <a:ext uri="{FF2B5EF4-FFF2-40B4-BE49-F238E27FC236}">
                <a16:creationId xmlns:a16="http://schemas.microsoft.com/office/drawing/2014/main" id="{0C2C4A6C-1FF9-8DE3-A5AF-C565B10E0D9D}"/>
              </a:ext>
            </a:extLst>
          </p:cNvPr>
          <p:cNvSpPr txBox="1"/>
          <p:nvPr userDrawn="1"/>
        </p:nvSpPr>
        <p:spPr>
          <a:xfrm>
            <a:off x="21945599" y="11989137"/>
            <a:ext cx="1583872" cy="31803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50800" tIns="50800" rIns="50800" bIns="5080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fld id="{237BFCC7-0462-204F-8CFA-53F012517568}" type="slidenum">
              <a:rPr kumimoji="0" lang="en-RU" sz="1400" b="1" i="0" u="none" strike="noStrike" cap="none" spc="0" normalizeH="0" baseline="0" smtClean="0">
                <a:ln>
                  <a:noFill/>
                </a:ln>
                <a:solidFill>
                  <a:schemeClr val="bg1"/>
                </a:solidFill>
                <a:effectLst/>
                <a:uFillTx/>
                <a:latin typeface="Arial" panose="020B0604020202020204" pitchFamily="34" charset="0"/>
                <a:ea typeface="Helvetica Neue"/>
                <a:cs typeface="Arial" panose="020B0604020202020204" pitchFamily="34" charset="0"/>
                <a:sym typeface="Helvetica Neue"/>
              </a:rPr>
              <a:t>‹#›</a:t>
            </a:fld>
            <a:endParaRPr kumimoji="0" lang="en-RU" sz="1400" b="1" i="0" u="none" strike="noStrike" cap="none" spc="0" normalizeH="0" baseline="0" dirty="0">
              <a:ln>
                <a:noFill/>
              </a:ln>
              <a:solidFill>
                <a:schemeClr val="bg1"/>
              </a:solidFill>
              <a:effectLst/>
              <a:uFillTx/>
              <a:latin typeface="Arial" panose="020B0604020202020204" pitchFamily="34" charset="0"/>
              <a:ea typeface="Helvetica Neue"/>
              <a:cs typeface="Arial" panose="020B0604020202020204" pitchFamily="34" charset="0"/>
              <a:sym typeface="Helvetica Neue"/>
            </a:endParaRPr>
          </a:p>
        </p:txBody>
      </p:sp>
    </p:spTree>
    <p:extLst>
      <p:ext uri="{BB962C8B-B14F-4D97-AF65-F5344CB8AC3E}">
        <p14:creationId xmlns:p14="http://schemas.microsoft.com/office/powerpoint/2010/main" val="742843292"/>
      </p:ext>
    </p:extLst>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tx">
  <p:cSld name="Blank">
    <p:bg>
      <p:bgPr>
        <a:solidFill>
          <a:schemeClr val="bg2"/>
        </a:solidFill>
        <a:effectLst/>
      </p:bgPr>
    </p:bg>
    <p:spTree>
      <p:nvGrpSpPr>
        <p:cNvPr id="1" name=""/>
        <p:cNvGrpSpPr/>
        <p:nvPr/>
      </p:nvGrpSpPr>
      <p:grpSpPr>
        <a:xfrm>
          <a:off x="0" y="0"/>
          <a:ext cx="0" cy="0"/>
          <a:chOff x="0" y="0"/>
          <a:chExt cx="0" cy="0"/>
        </a:xfrm>
      </p:grpSpPr>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ank + Photos">
    <p:bg>
      <p:bgPr>
        <a:solidFill>
          <a:schemeClr val="bg2"/>
        </a:solidFill>
        <a:effectLst/>
      </p:bgPr>
    </p:bg>
    <p:spTree>
      <p:nvGrpSpPr>
        <p:cNvPr id="1" name=""/>
        <p:cNvGrpSpPr/>
        <p:nvPr/>
      </p:nvGrpSpPr>
      <p:grpSpPr>
        <a:xfrm>
          <a:off x="0" y="0"/>
          <a:ext cx="0" cy="0"/>
          <a:chOff x="0" y="0"/>
          <a:chExt cx="0" cy="0"/>
        </a:xfrm>
      </p:grpSpPr>
      <p:sp>
        <p:nvSpPr>
          <p:cNvPr id="2" name="Picture Placeholder 2">
            <a:extLst>
              <a:ext uri="{FF2B5EF4-FFF2-40B4-BE49-F238E27FC236}">
                <a16:creationId xmlns:a16="http://schemas.microsoft.com/office/drawing/2014/main" id="{01F935C2-BB49-7F44-AA76-95F670099320}"/>
              </a:ext>
            </a:extLst>
          </p:cNvPr>
          <p:cNvSpPr>
            <a:spLocks noGrp="1"/>
          </p:cNvSpPr>
          <p:nvPr>
            <p:ph type="pic" sz="quarter" idx="10"/>
          </p:nvPr>
        </p:nvSpPr>
        <p:spPr>
          <a:xfrm>
            <a:off x="4412413" y="3867576"/>
            <a:ext cx="2403476" cy="2401888"/>
          </a:xfrm>
          <a:prstGeom prst="rect">
            <a:avLst/>
          </a:prstGeom>
          <a:solidFill>
            <a:schemeClr val="bg2">
              <a:lumMod val="90000"/>
            </a:schemeClr>
          </a:solidFill>
        </p:spPr>
        <p:txBody>
          <a:bodyPr anchor="ctr"/>
          <a:lstStyle>
            <a:lvl1pPr marL="0" indent="0" algn="ctr">
              <a:buNone/>
              <a:defRPr sz="2001" b="1" i="0">
                <a:solidFill>
                  <a:schemeClr val="tx1"/>
                </a:solidFill>
                <a:latin typeface="Arial" panose="020B0604020202020204" pitchFamily="34" charset="0"/>
                <a:cs typeface="Arial" panose="020B0604020202020204" pitchFamily="34" charset="0"/>
              </a:defRPr>
            </a:lvl1pPr>
          </a:lstStyle>
          <a:p>
            <a:endParaRPr lang="en-RU" dirty="0"/>
          </a:p>
        </p:txBody>
      </p:sp>
      <p:sp>
        <p:nvSpPr>
          <p:cNvPr id="3" name="Picture Placeholder 2">
            <a:extLst>
              <a:ext uri="{FF2B5EF4-FFF2-40B4-BE49-F238E27FC236}">
                <a16:creationId xmlns:a16="http://schemas.microsoft.com/office/drawing/2014/main" id="{58871FA9-522E-EF46-8ED1-22380FB4075C}"/>
              </a:ext>
            </a:extLst>
          </p:cNvPr>
          <p:cNvSpPr>
            <a:spLocks noGrp="1"/>
          </p:cNvSpPr>
          <p:nvPr>
            <p:ph type="pic" sz="quarter" idx="11"/>
          </p:nvPr>
        </p:nvSpPr>
        <p:spPr>
          <a:xfrm>
            <a:off x="7735451" y="3867576"/>
            <a:ext cx="2403476" cy="2401888"/>
          </a:xfrm>
          <a:prstGeom prst="rect">
            <a:avLst/>
          </a:prstGeom>
          <a:solidFill>
            <a:schemeClr val="bg2">
              <a:lumMod val="90000"/>
            </a:schemeClr>
          </a:solidFill>
        </p:spPr>
        <p:txBody>
          <a:bodyPr anchor="ctr"/>
          <a:lstStyle>
            <a:lvl1pPr marL="0" indent="0" algn="ctr">
              <a:buNone/>
              <a:defRPr sz="2001" b="1" i="0">
                <a:solidFill>
                  <a:schemeClr val="tx1"/>
                </a:solidFill>
                <a:latin typeface="Arial" panose="020B0604020202020204" pitchFamily="34" charset="0"/>
                <a:cs typeface="Arial" panose="020B0604020202020204" pitchFamily="34" charset="0"/>
              </a:defRPr>
            </a:lvl1pPr>
          </a:lstStyle>
          <a:p>
            <a:endParaRPr lang="en-RU" dirty="0"/>
          </a:p>
        </p:txBody>
      </p:sp>
      <p:sp>
        <p:nvSpPr>
          <p:cNvPr id="4" name="Picture Placeholder 2">
            <a:extLst>
              <a:ext uri="{FF2B5EF4-FFF2-40B4-BE49-F238E27FC236}">
                <a16:creationId xmlns:a16="http://schemas.microsoft.com/office/drawing/2014/main" id="{A1CE6A93-8415-B84C-9636-40D989C3225E}"/>
              </a:ext>
            </a:extLst>
          </p:cNvPr>
          <p:cNvSpPr>
            <a:spLocks noGrp="1"/>
          </p:cNvSpPr>
          <p:nvPr>
            <p:ph type="pic" sz="quarter" idx="12"/>
          </p:nvPr>
        </p:nvSpPr>
        <p:spPr>
          <a:xfrm>
            <a:off x="11058488" y="3867576"/>
            <a:ext cx="2403476" cy="2401888"/>
          </a:xfrm>
          <a:prstGeom prst="rect">
            <a:avLst/>
          </a:prstGeom>
          <a:solidFill>
            <a:schemeClr val="bg2">
              <a:lumMod val="90000"/>
            </a:schemeClr>
          </a:solidFill>
        </p:spPr>
        <p:txBody>
          <a:bodyPr anchor="ctr"/>
          <a:lstStyle>
            <a:lvl1pPr marL="0" indent="0" algn="ctr">
              <a:buNone/>
              <a:defRPr sz="2001" b="1" i="0">
                <a:solidFill>
                  <a:schemeClr val="tx1"/>
                </a:solidFill>
                <a:latin typeface="Arial" panose="020B0604020202020204" pitchFamily="34" charset="0"/>
                <a:cs typeface="Arial" panose="020B0604020202020204" pitchFamily="34" charset="0"/>
              </a:defRPr>
            </a:lvl1pPr>
          </a:lstStyle>
          <a:p>
            <a:endParaRPr lang="en-RU" dirty="0"/>
          </a:p>
        </p:txBody>
      </p:sp>
      <p:sp>
        <p:nvSpPr>
          <p:cNvPr id="5" name="Picture Placeholder 2">
            <a:extLst>
              <a:ext uri="{FF2B5EF4-FFF2-40B4-BE49-F238E27FC236}">
                <a16:creationId xmlns:a16="http://schemas.microsoft.com/office/drawing/2014/main" id="{24F4412B-9D40-1740-8196-208EDFDE6A40}"/>
              </a:ext>
            </a:extLst>
          </p:cNvPr>
          <p:cNvSpPr>
            <a:spLocks noGrp="1"/>
          </p:cNvSpPr>
          <p:nvPr>
            <p:ph type="pic" sz="quarter" idx="13"/>
          </p:nvPr>
        </p:nvSpPr>
        <p:spPr>
          <a:xfrm>
            <a:off x="14381526" y="3867576"/>
            <a:ext cx="2403476" cy="2401888"/>
          </a:xfrm>
          <a:prstGeom prst="rect">
            <a:avLst/>
          </a:prstGeom>
          <a:solidFill>
            <a:schemeClr val="bg2">
              <a:lumMod val="90000"/>
            </a:schemeClr>
          </a:solidFill>
        </p:spPr>
        <p:txBody>
          <a:bodyPr anchor="ctr"/>
          <a:lstStyle>
            <a:lvl1pPr marL="0" indent="0" algn="ctr">
              <a:buNone/>
              <a:defRPr sz="2001" b="1" i="0">
                <a:solidFill>
                  <a:schemeClr val="tx1"/>
                </a:solidFill>
                <a:latin typeface="Arial" panose="020B0604020202020204" pitchFamily="34" charset="0"/>
                <a:cs typeface="Arial" panose="020B0604020202020204" pitchFamily="34" charset="0"/>
              </a:defRPr>
            </a:lvl1pPr>
          </a:lstStyle>
          <a:p>
            <a:endParaRPr lang="en-RU" dirty="0"/>
          </a:p>
        </p:txBody>
      </p:sp>
      <p:sp>
        <p:nvSpPr>
          <p:cNvPr id="6" name="Picture Placeholder 2">
            <a:extLst>
              <a:ext uri="{FF2B5EF4-FFF2-40B4-BE49-F238E27FC236}">
                <a16:creationId xmlns:a16="http://schemas.microsoft.com/office/drawing/2014/main" id="{DF52A887-0B61-FB40-A002-18D9DB1567FD}"/>
              </a:ext>
            </a:extLst>
          </p:cNvPr>
          <p:cNvSpPr>
            <a:spLocks noGrp="1"/>
          </p:cNvSpPr>
          <p:nvPr>
            <p:ph type="pic" sz="quarter" idx="14"/>
          </p:nvPr>
        </p:nvSpPr>
        <p:spPr>
          <a:xfrm>
            <a:off x="17704564" y="3867576"/>
            <a:ext cx="2403476" cy="2401888"/>
          </a:xfrm>
          <a:prstGeom prst="rect">
            <a:avLst/>
          </a:prstGeom>
          <a:solidFill>
            <a:schemeClr val="bg2">
              <a:lumMod val="90000"/>
            </a:schemeClr>
          </a:solidFill>
        </p:spPr>
        <p:txBody>
          <a:bodyPr anchor="ctr"/>
          <a:lstStyle>
            <a:lvl1pPr marL="0" indent="0" algn="ctr">
              <a:buNone/>
              <a:defRPr sz="2001" b="1" i="0">
                <a:solidFill>
                  <a:schemeClr val="tx1"/>
                </a:solidFill>
                <a:latin typeface="Arial" panose="020B0604020202020204" pitchFamily="34" charset="0"/>
                <a:cs typeface="Arial" panose="020B0604020202020204" pitchFamily="34" charset="0"/>
              </a:defRPr>
            </a:lvl1pPr>
          </a:lstStyle>
          <a:p>
            <a:endParaRPr lang="en-RU" dirty="0"/>
          </a:p>
        </p:txBody>
      </p:sp>
      <p:sp>
        <p:nvSpPr>
          <p:cNvPr id="7" name="Picture Placeholder 2">
            <a:extLst>
              <a:ext uri="{FF2B5EF4-FFF2-40B4-BE49-F238E27FC236}">
                <a16:creationId xmlns:a16="http://schemas.microsoft.com/office/drawing/2014/main" id="{9D153C23-CF0C-C44B-9801-00A206002652}"/>
              </a:ext>
            </a:extLst>
          </p:cNvPr>
          <p:cNvSpPr>
            <a:spLocks noGrp="1"/>
          </p:cNvSpPr>
          <p:nvPr>
            <p:ph type="pic" sz="quarter" idx="15"/>
          </p:nvPr>
        </p:nvSpPr>
        <p:spPr>
          <a:xfrm>
            <a:off x="4412413" y="7104552"/>
            <a:ext cx="2403476" cy="2401888"/>
          </a:xfrm>
          <a:prstGeom prst="rect">
            <a:avLst/>
          </a:prstGeom>
          <a:solidFill>
            <a:schemeClr val="bg2">
              <a:lumMod val="90000"/>
            </a:schemeClr>
          </a:solidFill>
        </p:spPr>
        <p:txBody>
          <a:bodyPr anchor="ctr"/>
          <a:lstStyle>
            <a:lvl1pPr marL="0" indent="0" algn="ctr">
              <a:buNone/>
              <a:defRPr sz="2001" b="1" i="0">
                <a:solidFill>
                  <a:schemeClr val="tx1"/>
                </a:solidFill>
                <a:latin typeface="Arial" panose="020B0604020202020204" pitchFamily="34" charset="0"/>
                <a:cs typeface="Arial" panose="020B0604020202020204" pitchFamily="34" charset="0"/>
              </a:defRPr>
            </a:lvl1pPr>
          </a:lstStyle>
          <a:p>
            <a:endParaRPr lang="en-RU" dirty="0"/>
          </a:p>
        </p:txBody>
      </p:sp>
      <p:sp>
        <p:nvSpPr>
          <p:cNvPr id="8" name="Picture Placeholder 2">
            <a:extLst>
              <a:ext uri="{FF2B5EF4-FFF2-40B4-BE49-F238E27FC236}">
                <a16:creationId xmlns:a16="http://schemas.microsoft.com/office/drawing/2014/main" id="{BA9D09E7-4FBA-1C4C-8814-B5E33FE5F03F}"/>
              </a:ext>
            </a:extLst>
          </p:cNvPr>
          <p:cNvSpPr>
            <a:spLocks noGrp="1"/>
          </p:cNvSpPr>
          <p:nvPr>
            <p:ph type="pic" sz="quarter" idx="16"/>
          </p:nvPr>
        </p:nvSpPr>
        <p:spPr>
          <a:xfrm>
            <a:off x="7735451" y="7104552"/>
            <a:ext cx="2403476" cy="2401888"/>
          </a:xfrm>
          <a:prstGeom prst="rect">
            <a:avLst/>
          </a:prstGeom>
          <a:solidFill>
            <a:schemeClr val="bg2">
              <a:lumMod val="90000"/>
            </a:schemeClr>
          </a:solidFill>
        </p:spPr>
        <p:txBody>
          <a:bodyPr anchor="ctr"/>
          <a:lstStyle>
            <a:lvl1pPr marL="0" indent="0" algn="ctr">
              <a:buNone/>
              <a:defRPr sz="2001" b="1" i="0">
                <a:solidFill>
                  <a:schemeClr val="tx1"/>
                </a:solidFill>
                <a:latin typeface="Arial" panose="020B0604020202020204" pitchFamily="34" charset="0"/>
                <a:cs typeface="Arial" panose="020B0604020202020204" pitchFamily="34" charset="0"/>
              </a:defRPr>
            </a:lvl1pPr>
          </a:lstStyle>
          <a:p>
            <a:endParaRPr lang="en-RU" dirty="0"/>
          </a:p>
        </p:txBody>
      </p:sp>
      <p:sp>
        <p:nvSpPr>
          <p:cNvPr id="9" name="Picture Placeholder 2">
            <a:extLst>
              <a:ext uri="{FF2B5EF4-FFF2-40B4-BE49-F238E27FC236}">
                <a16:creationId xmlns:a16="http://schemas.microsoft.com/office/drawing/2014/main" id="{9E774562-BACD-F54F-9D9D-7B802146C18E}"/>
              </a:ext>
            </a:extLst>
          </p:cNvPr>
          <p:cNvSpPr>
            <a:spLocks noGrp="1"/>
          </p:cNvSpPr>
          <p:nvPr>
            <p:ph type="pic" sz="quarter" idx="17"/>
          </p:nvPr>
        </p:nvSpPr>
        <p:spPr>
          <a:xfrm>
            <a:off x="11058488" y="7104552"/>
            <a:ext cx="2403476" cy="2401888"/>
          </a:xfrm>
          <a:prstGeom prst="rect">
            <a:avLst/>
          </a:prstGeom>
          <a:solidFill>
            <a:schemeClr val="bg2">
              <a:lumMod val="90000"/>
            </a:schemeClr>
          </a:solidFill>
        </p:spPr>
        <p:txBody>
          <a:bodyPr anchor="ctr"/>
          <a:lstStyle>
            <a:lvl1pPr marL="0" indent="0" algn="ctr">
              <a:buNone/>
              <a:defRPr sz="2001" b="1" i="0">
                <a:solidFill>
                  <a:schemeClr val="tx1"/>
                </a:solidFill>
                <a:latin typeface="Arial" panose="020B0604020202020204" pitchFamily="34" charset="0"/>
                <a:cs typeface="Arial" panose="020B0604020202020204" pitchFamily="34" charset="0"/>
              </a:defRPr>
            </a:lvl1pPr>
          </a:lstStyle>
          <a:p>
            <a:endParaRPr lang="en-RU" dirty="0"/>
          </a:p>
        </p:txBody>
      </p:sp>
      <p:sp>
        <p:nvSpPr>
          <p:cNvPr id="10" name="Picture Placeholder 2">
            <a:extLst>
              <a:ext uri="{FF2B5EF4-FFF2-40B4-BE49-F238E27FC236}">
                <a16:creationId xmlns:a16="http://schemas.microsoft.com/office/drawing/2014/main" id="{3A962AB2-20FD-7B4B-A867-E694B5CA857B}"/>
              </a:ext>
            </a:extLst>
          </p:cNvPr>
          <p:cNvSpPr>
            <a:spLocks noGrp="1"/>
          </p:cNvSpPr>
          <p:nvPr>
            <p:ph type="pic" sz="quarter" idx="18"/>
          </p:nvPr>
        </p:nvSpPr>
        <p:spPr>
          <a:xfrm>
            <a:off x="14381526" y="7104552"/>
            <a:ext cx="2403476" cy="2401888"/>
          </a:xfrm>
          <a:prstGeom prst="rect">
            <a:avLst/>
          </a:prstGeom>
          <a:solidFill>
            <a:schemeClr val="bg2">
              <a:lumMod val="90000"/>
            </a:schemeClr>
          </a:solidFill>
        </p:spPr>
        <p:txBody>
          <a:bodyPr anchor="ctr"/>
          <a:lstStyle>
            <a:lvl1pPr marL="0" indent="0" algn="ctr">
              <a:buNone/>
              <a:defRPr sz="2001" b="1" i="0">
                <a:solidFill>
                  <a:schemeClr val="tx1"/>
                </a:solidFill>
                <a:latin typeface="Arial" panose="020B0604020202020204" pitchFamily="34" charset="0"/>
                <a:cs typeface="Arial" panose="020B0604020202020204" pitchFamily="34" charset="0"/>
              </a:defRPr>
            </a:lvl1pPr>
          </a:lstStyle>
          <a:p>
            <a:endParaRPr lang="en-RU" dirty="0"/>
          </a:p>
        </p:txBody>
      </p:sp>
      <p:sp>
        <p:nvSpPr>
          <p:cNvPr id="11" name="Picture Placeholder 2">
            <a:extLst>
              <a:ext uri="{FF2B5EF4-FFF2-40B4-BE49-F238E27FC236}">
                <a16:creationId xmlns:a16="http://schemas.microsoft.com/office/drawing/2014/main" id="{BC6BEB8C-9FDC-BC4E-B300-7609F4B058E0}"/>
              </a:ext>
            </a:extLst>
          </p:cNvPr>
          <p:cNvSpPr>
            <a:spLocks noGrp="1"/>
          </p:cNvSpPr>
          <p:nvPr>
            <p:ph type="pic" sz="quarter" idx="19"/>
          </p:nvPr>
        </p:nvSpPr>
        <p:spPr>
          <a:xfrm>
            <a:off x="17704564" y="7104552"/>
            <a:ext cx="2403476" cy="2401888"/>
          </a:xfrm>
          <a:prstGeom prst="rect">
            <a:avLst/>
          </a:prstGeom>
          <a:solidFill>
            <a:schemeClr val="bg2">
              <a:lumMod val="90000"/>
            </a:schemeClr>
          </a:solidFill>
        </p:spPr>
        <p:txBody>
          <a:bodyPr anchor="ctr"/>
          <a:lstStyle>
            <a:lvl1pPr marL="0" indent="0" algn="ctr">
              <a:buNone/>
              <a:defRPr sz="2001" b="1" i="0">
                <a:solidFill>
                  <a:schemeClr val="tx1"/>
                </a:solidFill>
                <a:latin typeface="Arial" panose="020B0604020202020204" pitchFamily="34" charset="0"/>
                <a:cs typeface="Arial" panose="020B0604020202020204" pitchFamily="34" charset="0"/>
              </a:defRPr>
            </a:lvl1pPr>
          </a:lstStyle>
          <a:p>
            <a:endParaRPr lang="en-RU" dirty="0"/>
          </a:p>
        </p:txBody>
      </p:sp>
    </p:spTree>
    <p:extLst>
      <p:ext uri="{BB962C8B-B14F-4D97-AF65-F5344CB8AC3E}">
        <p14:creationId xmlns:p14="http://schemas.microsoft.com/office/powerpoint/2010/main" val="1584453497"/>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6" r:id="rId2"/>
    <p:sldLayoutId id="2147483653" r:id="rId3"/>
    <p:sldLayoutId id="2147483650" r:id="rId4"/>
    <p:sldLayoutId id="2147483651" r:id="rId5"/>
    <p:sldLayoutId id="2147483654" r:id="rId6"/>
    <p:sldLayoutId id="2147483652" r:id="rId7"/>
    <p:sldLayoutId id="2147483655" r:id="rId8"/>
  </p:sldLayoutIdLst>
  <p:transition spd="med"/>
  <p:txStyles>
    <p:titleStyle>
      <a:lvl1pPr marL="0" marR="0" indent="0" algn="ctr" defTabSz="825590" rtl="0" latinLnBrk="0">
        <a:lnSpc>
          <a:spcPct val="100000"/>
        </a:lnSpc>
        <a:spcBef>
          <a:spcPts val="0"/>
        </a:spcBef>
        <a:spcAft>
          <a:spcPts val="0"/>
        </a:spcAft>
        <a:buClrTx/>
        <a:buSzTx/>
        <a:buFontTx/>
        <a:buNone/>
        <a:tabLst/>
        <a:defRPr sz="11202" b="0" i="0" u="none" strike="noStrike" cap="none" spc="0" baseline="0">
          <a:solidFill>
            <a:srgbClr val="000000"/>
          </a:solidFill>
          <a:uFillTx/>
          <a:latin typeface="+mn-lt"/>
          <a:ea typeface="+mn-ea"/>
          <a:cs typeface="+mn-cs"/>
          <a:sym typeface="Helvetica Neue Medium"/>
        </a:defRPr>
      </a:lvl1pPr>
      <a:lvl2pPr marL="0" marR="0" indent="457248" algn="ctr" defTabSz="825590" rtl="0" latinLnBrk="0">
        <a:lnSpc>
          <a:spcPct val="100000"/>
        </a:lnSpc>
        <a:spcBef>
          <a:spcPts val="0"/>
        </a:spcBef>
        <a:spcAft>
          <a:spcPts val="0"/>
        </a:spcAft>
        <a:buClrTx/>
        <a:buSzTx/>
        <a:buFontTx/>
        <a:buNone/>
        <a:tabLst/>
        <a:defRPr sz="11202" b="0" i="0" u="none" strike="noStrike" cap="none" spc="0" baseline="0">
          <a:solidFill>
            <a:srgbClr val="000000"/>
          </a:solidFill>
          <a:uFillTx/>
          <a:latin typeface="+mn-lt"/>
          <a:ea typeface="+mn-ea"/>
          <a:cs typeface="+mn-cs"/>
          <a:sym typeface="Helvetica Neue Medium"/>
        </a:defRPr>
      </a:lvl2pPr>
      <a:lvl3pPr marL="0" marR="0" indent="914499" algn="ctr" defTabSz="825590" rtl="0" latinLnBrk="0">
        <a:lnSpc>
          <a:spcPct val="100000"/>
        </a:lnSpc>
        <a:spcBef>
          <a:spcPts val="0"/>
        </a:spcBef>
        <a:spcAft>
          <a:spcPts val="0"/>
        </a:spcAft>
        <a:buClrTx/>
        <a:buSzTx/>
        <a:buFontTx/>
        <a:buNone/>
        <a:tabLst/>
        <a:defRPr sz="11202" b="0" i="0" u="none" strike="noStrike" cap="none" spc="0" baseline="0">
          <a:solidFill>
            <a:srgbClr val="000000"/>
          </a:solidFill>
          <a:uFillTx/>
          <a:latin typeface="+mn-lt"/>
          <a:ea typeface="+mn-ea"/>
          <a:cs typeface="+mn-cs"/>
          <a:sym typeface="Helvetica Neue Medium"/>
        </a:defRPr>
      </a:lvl3pPr>
      <a:lvl4pPr marL="0" marR="0" indent="1371747" algn="ctr" defTabSz="825590" rtl="0" latinLnBrk="0">
        <a:lnSpc>
          <a:spcPct val="100000"/>
        </a:lnSpc>
        <a:spcBef>
          <a:spcPts val="0"/>
        </a:spcBef>
        <a:spcAft>
          <a:spcPts val="0"/>
        </a:spcAft>
        <a:buClrTx/>
        <a:buSzTx/>
        <a:buFontTx/>
        <a:buNone/>
        <a:tabLst/>
        <a:defRPr sz="11202" b="0" i="0" u="none" strike="noStrike" cap="none" spc="0" baseline="0">
          <a:solidFill>
            <a:srgbClr val="000000"/>
          </a:solidFill>
          <a:uFillTx/>
          <a:latin typeface="+mn-lt"/>
          <a:ea typeface="+mn-ea"/>
          <a:cs typeface="+mn-cs"/>
          <a:sym typeface="Helvetica Neue Medium"/>
        </a:defRPr>
      </a:lvl4pPr>
      <a:lvl5pPr marL="0" marR="0" indent="1828995" algn="ctr" defTabSz="825590" rtl="0" latinLnBrk="0">
        <a:lnSpc>
          <a:spcPct val="100000"/>
        </a:lnSpc>
        <a:spcBef>
          <a:spcPts val="0"/>
        </a:spcBef>
        <a:spcAft>
          <a:spcPts val="0"/>
        </a:spcAft>
        <a:buClrTx/>
        <a:buSzTx/>
        <a:buFontTx/>
        <a:buNone/>
        <a:tabLst/>
        <a:defRPr sz="11202" b="0" i="0" u="none" strike="noStrike" cap="none" spc="0" baseline="0">
          <a:solidFill>
            <a:srgbClr val="000000"/>
          </a:solidFill>
          <a:uFillTx/>
          <a:latin typeface="+mn-lt"/>
          <a:ea typeface="+mn-ea"/>
          <a:cs typeface="+mn-cs"/>
          <a:sym typeface="Helvetica Neue Medium"/>
        </a:defRPr>
      </a:lvl5pPr>
      <a:lvl6pPr marL="0" marR="0" indent="2286246" algn="ctr" defTabSz="825590" rtl="0" latinLnBrk="0">
        <a:lnSpc>
          <a:spcPct val="100000"/>
        </a:lnSpc>
        <a:spcBef>
          <a:spcPts val="0"/>
        </a:spcBef>
        <a:spcAft>
          <a:spcPts val="0"/>
        </a:spcAft>
        <a:buClrTx/>
        <a:buSzTx/>
        <a:buFontTx/>
        <a:buNone/>
        <a:tabLst/>
        <a:defRPr sz="11202" b="0" i="0" u="none" strike="noStrike" cap="none" spc="0" baseline="0">
          <a:solidFill>
            <a:srgbClr val="000000"/>
          </a:solidFill>
          <a:uFillTx/>
          <a:latin typeface="+mn-lt"/>
          <a:ea typeface="+mn-ea"/>
          <a:cs typeface="+mn-cs"/>
          <a:sym typeface="Helvetica Neue Medium"/>
        </a:defRPr>
      </a:lvl6pPr>
      <a:lvl7pPr marL="0" marR="0" indent="2743494" algn="ctr" defTabSz="825590" rtl="0" latinLnBrk="0">
        <a:lnSpc>
          <a:spcPct val="100000"/>
        </a:lnSpc>
        <a:spcBef>
          <a:spcPts val="0"/>
        </a:spcBef>
        <a:spcAft>
          <a:spcPts val="0"/>
        </a:spcAft>
        <a:buClrTx/>
        <a:buSzTx/>
        <a:buFontTx/>
        <a:buNone/>
        <a:tabLst/>
        <a:defRPr sz="11202" b="0" i="0" u="none" strike="noStrike" cap="none" spc="0" baseline="0">
          <a:solidFill>
            <a:srgbClr val="000000"/>
          </a:solidFill>
          <a:uFillTx/>
          <a:latin typeface="+mn-lt"/>
          <a:ea typeface="+mn-ea"/>
          <a:cs typeface="+mn-cs"/>
          <a:sym typeface="Helvetica Neue Medium"/>
        </a:defRPr>
      </a:lvl7pPr>
      <a:lvl8pPr marL="0" marR="0" indent="3200745" algn="ctr" defTabSz="825590" rtl="0" latinLnBrk="0">
        <a:lnSpc>
          <a:spcPct val="100000"/>
        </a:lnSpc>
        <a:spcBef>
          <a:spcPts val="0"/>
        </a:spcBef>
        <a:spcAft>
          <a:spcPts val="0"/>
        </a:spcAft>
        <a:buClrTx/>
        <a:buSzTx/>
        <a:buFontTx/>
        <a:buNone/>
        <a:tabLst/>
        <a:defRPr sz="11202" b="0" i="0" u="none" strike="noStrike" cap="none" spc="0" baseline="0">
          <a:solidFill>
            <a:srgbClr val="000000"/>
          </a:solidFill>
          <a:uFillTx/>
          <a:latin typeface="+mn-lt"/>
          <a:ea typeface="+mn-ea"/>
          <a:cs typeface="+mn-cs"/>
          <a:sym typeface="Helvetica Neue Medium"/>
        </a:defRPr>
      </a:lvl8pPr>
      <a:lvl9pPr marL="0" marR="0" indent="3657993" algn="ctr" defTabSz="825590" rtl="0" latinLnBrk="0">
        <a:lnSpc>
          <a:spcPct val="100000"/>
        </a:lnSpc>
        <a:spcBef>
          <a:spcPts val="0"/>
        </a:spcBef>
        <a:spcAft>
          <a:spcPts val="0"/>
        </a:spcAft>
        <a:buClrTx/>
        <a:buSzTx/>
        <a:buFontTx/>
        <a:buNone/>
        <a:tabLst/>
        <a:defRPr sz="11202" b="0" i="0" u="none" strike="noStrike" cap="none" spc="0" baseline="0">
          <a:solidFill>
            <a:srgbClr val="000000"/>
          </a:solidFill>
          <a:uFillTx/>
          <a:latin typeface="+mn-lt"/>
          <a:ea typeface="+mn-ea"/>
          <a:cs typeface="+mn-cs"/>
          <a:sym typeface="Helvetica Neue Medium"/>
        </a:defRPr>
      </a:lvl9pPr>
    </p:titleStyle>
    <p:bodyStyle>
      <a:lvl1pPr marL="635069" marR="0" indent="-635069" algn="l" defTabSz="825590" rtl="0" latinLnBrk="0">
        <a:lnSpc>
          <a:spcPct val="100000"/>
        </a:lnSpc>
        <a:spcBef>
          <a:spcPts val="5900"/>
        </a:spcBef>
        <a:spcAft>
          <a:spcPts val="0"/>
        </a:spcAft>
        <a:buClrTx/>
        <a:buSzPct val="125000"/>
        <a:buFontTx/>
        <a:buChar char="•"/>
        <a:tabLst/>
        <a:defRPr sz="4800" b="0" i="0" u="none" strike="noStrike" cap="none" spc="0" baseline="0">
          <a:solidFill>
            <a:srgbClr val="000000"/>
          </a:solidFill>
          <a:uFillTx/>
          <a:latin typeface="Helvetica Neue"/>
          <a:ea typeface="Helvetica Neue"/>
          <a:cs typeface="Helvetica Neue"/>
          <a:sym typeface="Helvetica Neue"/>
        </a:defRPr>
      </a:lvl1pPr>
      <a:lvl2pPr marL="1270136" marR="0" indent="-635069" algn="l" defTabSz="825590" rtl="0" latinLnBrk="0">
        <a:lnSpc>
          <a:spcPct val="100000"/>
        </a:lnSpc>
        <a:spcBef>
          <a:spcPts val="5900"/>
        </a:spcBef>
        <a:spcAft>
          <a:spcPts val="0"/>
        </a:spcAft>
        <a:buClrTx/>
        <a:buSzPct val="125000"/>
        <a:buFontTx/>
        <a:buChar char="•"/>
        <a:tabLst/>
        <a:defRPr sz="4800" b="0" i="0" u="none" strike="noStrike" cap="none" spc="0" baseline="0">
          <a:solidFill>
            <a:srgbClr val="000000"/>
          </a:solidFill>
          <a:uFillTx/>
          <a:latin typeface="Helvetica Neue"/>
          <a:ea typeface="Helvetica Neue"/>
          <a:cs typeface="Helvetica Neue"/>
          <a:sym typeface="Helvetica Neue"/>
        </a:defRPr>
      </a:lvl2pPr>
      <a:lvl3pPr marL="1905206" marR="0" indent="-635069" algn="l" defTabSz="825590" rtl="0" latinLnBrk="0">
        <a:lnSpc>
          <a:spcPct val="100000"/>
        </a:lnSpc>
        <a:spcBef>
          <a:spcPts val="5900"/>
        </a:spcBef>
        <a:spcAft>
          <a:spcPts val="0"/>
        </a:spcAft>
        <a:buClrTx/>
        <a:buSzPct val="125000"/>
        <a:buFontTx/>
        <a:buChar char="•"/>
        <a:tabLst/>
        <a:defRPr sz="4800" b="0" i="0" u="none" strike="noStrike" cap="none" spc="0" baseline="0">
          <a:solidFill>
            <a:srgbClr val="000000"/>
          </a:solidFill>
          <a:uFillTx/>
          <a:latin typeface="Helvetica Neue"/>
          <a:ea typeface="Helvetica Neue"/>
          <a:cs typeface="Helvetica Neue"/>
          <a:sym typeface="Helvetica Neue"/>
        </a:defRPr>
      </a:lvl3pPr>
      <a:lvl4pPr marL="2540273" marR="0" indent="-635069" algn="l" defTabSz="825590" rtl="0" latinLnBrk="0">
        <a:lnSpc>
          <a:spcPct val="100000"/>
        </a:lnSpc>
        <a:spcBef>
          <a:spcPts val="5900"/>
        </a:spcBef>
        <a:spcAft>
          <a:spcPts val="0"/>
        </a:spcAft>
        <a:buClrTx/>
        <a:buSzPct val="125000"/>
        <a:buFontTx/>
        <a:buChar char="•"/>
        <a:tabLst/>
        <a:defRPr sz="4800" b="0" i="0" u="none" strike="noStrike" cap="none" spc="0" baseline="0">
          <a:solidFill>
            <a:srgbClr val="000000"/>
          </a:solidFill>
          <a:uFillTx/>
          <a:latin typeface="Helvetica Neue"/>
          <a:ea typeface="Helvetica Neue"/>
          <a:cs typeface="Helvetica Neue"/>
          <a:sym typeface="Helvetica Neue"/>
        </a:defRPr>
      </a:lvl4pPr>
      <a:lvl5pPr marL="3175342" marR="0" indent="-635069" algn="l" defTabSz="825590" rtl="0" latinLnBrk="0">
        <a:lnSpc>
          <a:spcPct val="100000"/>
        </a:lnSpc>
        <a:spcBef>
          <a:spcPts val="5900"/>
        </a:spcBef>
        <a:spcAft>
          <a:spcPts val="0"/>
        </a:spcAft>
        <a:buClrTx/>
        <a:buSzPct val="125000"/>
        <a:buFontTx/>
        <a:buChar char="•"/>
        <a:tabLst/>
        <a:defRPr sz="4800" b="0" i="0" u="none" strike="noStrike" cap="none" spc="0" baseline="0">
          <a:solidFill>
            <a:srgbClr val="000000"/>
          </a:solidFill>
          <a:uFillTx/>
          <a:latin typeface="Helvetica Neue"/>
          <a:ea typeface="Helvetica Neue"/>
          <a:cs typeface="Helvetica Neue"/>
          <a:sym typeface="Helvetica Neue"/>
        </a:defRPr>
      </a:lvl5pPr>
      <a:lvl6pPr marL="3810409" marR="0" indent="-635069" algn="l" defTabSz="825590" rtl="0" latinLnBrk="0">
        <a:lnSpc>
          <a:spcPct val="100000"/>
        </a:lnSpc>
        <a:spcBef>
          <a:spcPts val="5900"/>
        </a:spcBef>
        <a:spcAft>
          <a:spcPts val="0"/>
        </a:spcAft>
        <a:buClrTx/>
        <a:buSzPct val="125000"/>
        <a:buFontTx/>
        <a:buChar char="•"/>
        <a:tabLst/>
        <a:defRPr sz="4800" b="0" i="0" u="none" strike="noStrike" cap="none" spc="0" baseline="0">
          <a:solidFill>
            <a:srgbClr val="000000"/>
          </a:solidFill>
          <a:uFillTx/>
          <a:latin typeface="Helvetica Neue"/>
          <a:ea typeface="Helvetica Neue"/>
          <a:cs typeface="Helvetica Neue"/>
          <a:sym typeface="Helvetica Neue"/>
        </a:defRPr>
      </a:lvl6pPr>
      <a:lvl7pPr marL="4445479" marR="0" indent="-635069" algn="l" defTabSz="825590" rtl="0" latinLnBrk="0">
        <a:lnSpc>
          <a:spcPct val="100000"/>
        </a:lnSpc>
        <a:spcBef>
          <a:spcPts val="5900"/>
        </a:spcBef>
        <a:spcAft>
          <a:spcPts val="0"/>
        </a:spcAft>
        <a:buClrTx/>
        <a:buSzPct val="125000"/>
        <a:buFontTx/>
        <a:buChar char="•"/>
        <a:tabLst/>
        <a:defRPr sz="4800" b="0" i="0" u="none" strike="noStrike" cap="none" spc="0" baseline="0">
          <a:solidFill>
            <a:srgbClr val="000000"/>
          </a:solidFill>
          <a:uFillTx/>
          <a:latin typeface="Helvetica Neue"/>
          <a:ea typeface="Helvetica Neue"/>
          <a:cs typeface="Helvetica Neue"/>
          <a:sym typeface="Helvetica Neue"/>
        </a:defRPr>
      </a:lvl7pPr>
      <a:lvl8pPr marL="5080546" marR="0" indent="-635069" algn="l" defTabSz="825590" rtl="0" latinLnBrk="0">
        <a:lnSpc>
          <a:spcPct val="100000"/>
        </a:lnSpc>
        <a:spcBef>
          <a:spcPts val="5900"/>
        </a:spcBef>
        <a:spcAft>
          <a:spcPts val="0"/>
        </a:spcAft>
        <a:buClrTx/>
        <a:buSzPct val="125000"/>
        <a:buFontTx/>
        <a:buChar char="•"/>
        <a:tabLst/>
        <a:defRPr sz="4800" b="0" i="0" u="none" strike="noStrike" cap="none" spc="0" baseline="0">
          <a:solidFill>
            <a:srgbClr val="000000"/>
          </a:solidFill>
          <a:uFillTx/>
          <a:latin typeface="Helvetica Neue"/>
          <a:ea typeface="Helvetica Neue"/>
          <a:cs typeface="Helvetica Neue"/>
          <a:sym typeface="Helvetica Neue"/>
        </a:defRPr>
      </a:lvl8pPr>
      <a:lvl9pPr marL="5715615" marR="0" indent="-635069" algn="l" defTabSz="825590" rtl="0" latinLnBrk="0">
        <a:lnSpc>
          <a:spcPct val="100000"/>
        </a:lnSpc>
        <a:spcBef>
          <a:spcPts val="5900"/>
        </a:spcBef>
        <a:spcAft>
          <a:spcPts val="0"/>
        </a:spcAft>
        <a:buClrTx/>
        <a:buSzPct val="125000"/>
        <a:buFontTx/>
        <a:buChar char="•"/>
        <a:tabLst/>
        <a:defRPr sz="4800" b="0" i="0" u="none" strike="noStrike" cap="none" spc="0" baseline="0">
          <a:solidFill>
            <a:srgbClr val="000000"/>
          </a:solidFill>
          <a:uFillTx/>
          <a:latin typeface="Helvetica Neue"/>
          <a:ea typeface="Helvetica Neue"/>
          <a:cs typeface="Helvetica Neue"/>
          <a:sym typeface="Helvetica Neue"/>
        </a:defRPr>
      </a:lvl9pPr>
    </p:bodyStyle>
    <p:otherStyle>
      <a:lvl1pPr marL="0" marR="0" indent="0" algn="ctr" defTabSz="82559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Neue Light"/>
        </a:defRPr>
      </a:lvl1pPr>
      <a:lvl2pPr marL="0" marR="0" indent="457248" algn="ctr" defTabSz="82559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Neue Light"/>
        </a:defRPr>
      </a:lvl2pPr>
      <a:lvl3pPr marL="0" marR="0" indent="914499" algn="ctr" defTabSz="82559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Neue Light"/>
        </a:defRPr>
      </a:lvl3pPr>
      <a:lvl4pPr marL="0" marR="0" indent="1371747" algn="ctr" defTabSz="82559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Neue Light"/>
        </a:defRPr>
      </a:lvl4pPr>
      <a:lvl5pPr marL="0" marR="0" indent="1828995" algn="ctr" defTabSz="82559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Neue Light"/>
        </a:defRPr>
      </a:lvl5pPr>
      <a:lvl6pPr marL="0" marR="0" indent="2286246" algn="ctr" defTabSz="82559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Neue Light"/>
        </a:defRPr>
      </a:lvl6pPr>
      <a:lvl7pPr marL="0" marR="0" indent="2743494" algn="ctr" defTabSz="82559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Neue Light"/>
        </a:defRPr>
      </a:lvl7pPr>
      <a:lvl8pPr marL="0" marR="0" indent="3200745" algn="ctr" defTabSz="82559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Neue Light"/>
        </a:defRPr>
      </a:lvl8pPr>
      <a:lvl9pPr marL="0" marR="0" indent="3657993" algn="ctr" defTabSz="825590"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Neue Light"/>
        </a:defRPr>
      </a:lvl9pPr>
    </p:otherStyle>
  </p:txStyles>
  <p:extLst>
    <p:ext uri="{27BBF7A9-308A-43DC-89C8-2F10F3537804}">
      <p15:sldGuideLst xmlns:p15="http://schemas.microsoft.com/office/powerpoint/2012/main">
        <p15:guide id="1" orient="horz" pos="4320" userDrawn="1">
          <p15:clr>
            <a:srgbClr val="F26B43"/>
          </p15:clr>
        </p15:guide>
        <p15:guide id="2" pos="768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17/06/relationships/model3d" Target="../media/model3d_emblem.glb"/><Relationship Id="rId3" Type="http://schemas.openxmlformats.org/officeDocument/2006/relationships/image" Target="../media/model3d_2_0.png"/><Relationship Id="rId4" Type="http://schemas.microsoft.com/office/2017/06/relationships/model3d" Target="../media/model3d_boot.glb"/><Relationship Id="rId5" Type="http://schemas.openxmlformats.org/officeDocument/2006/relationships/image" Target="../media/model3d_2_1.png"/><Relationship Id="rId6" Type="http://schemas.microsoft.com/office/2017/06/relationships/model3d" Target="../media/model3d_braces.glb"/><Relationship Id="rId7" Type="http://schemas.openxmlformats.org/officeDocument/2006/relationships/image" Target="../media/model3d_2_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17/06/relationships/model3d" Target="../media/model3d_emblem.glb"/><Relationship Id="rId3" Type="http://schemas.openxmlformats.org/officeDocument/2006/relationships/image" Target="../media/model3d_24_0.png"/><Relationship Id="rId4" Type="http://schemas.microsoft.com/office/2017/06/relationships/model3d" Target="../media/model3d_boot.glb"/><Relationship Id="rId5" Type="http://schemas.openxmlformats.org/officeDocument/2006/relationships/image" Target="../media/model3d_24_1.png"/><Relationship Id="rId6" Type="http://schemas.microsoft.com/office/2017/06/relationships/model3d" Target="../media/model3d_braces.glb"/><Relationship Id="rId7" Type="http://schemas.openxmlformats.org/officeDocument/2006/relationships/image" Target="../media/model3d_24_2.png"/><Relationship Id="rId8" Type="http://schemas.microsoft.com/office/2017/06/relationships/model3d" Target="../media/model3d_vinyl.glb"/><Relationship Id="rId9" Type="http://schemas.openxmlformats.org/officeDocument/2006/relationships/image" Target="../media/model3d_24_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17/06/relationships/model3d" Target="../media/model3d_emblem.glb"/><Relationship Id="rId3" Type="http://schemas.openxmlformats.org/officeDocument/2006/relationships/image" Target="../media/model3d_32_0.png"/><Relationship Id="rId4" Type="http://schemas.microsoft.com/office/2017/06/relationships/model3d" Target="../media/model3d_vinyl.glb"/><Relationship Id="rId5" Type="http://schemas.openxmlformats.org/officeDocument/2006/relationships/image" Target="../media/model3d_32_1.png"/><Relationship Id="rId6" Type="http://schemas.microsoft.com/office/2017/06/relationships/model3d" Target="../media/model3d_boot.glb"/><Relationship Id="rId7" Type="http://schemas.openxmlformats.org/officeDocument/2006/relationships/image" Target="../media/model3d_32_2.png"/><Relationship Id="rId8" Type="http://schemas.microsoft.com/office/2017/06/relationships/model3d" Target="../media/model3d_braces.glb"/><Relationship Id="rId9" Type="http://schemas.openxmlformats.org/officeDocument/2006/relationships/image" Target="../media/model3d_32_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17/06/relationships/model3d" Target="../media/model3d_emblem.glb"/><Relationship Id="rId3" Type="http://schemas.openxmlformats.org/officeDocument/2006/relationships/image" Target="../media/model3d_33_0.png"/><Relationship Id="rId4" Type="http://schemas.microsoft.com/office/2017/06/relationships/model3d" Target="../media/model3d_boot.glb"/><Relationship Id="rId5" Type="http://schemas.openxmlformats.org/officeDocument/2006/relationships/image" Target="../media/model3d_33_1.png"/><Relationship Id="rId6" Type="http://schemas.microsoft.com/office/2017/06/relationships/model3d" Target="../media/model3d_braces.glb"/><Relationship Id="rId7" Type="http://schemas.openxmlformats.org/officeDocument/2006/relationships/image" Target="../media/model3d_33_2.png"/><Relationship Id="rId8" Type="http://schemas.microsoft.com/office/2017/06/relationships/model3d" Target="../media/model3d_vinyl.glb"/><Relationship Id="rId9" Type="http://schemas.openxmlformats.org/officeDocument/2006/relationships/image" Target="../media/model3d_33_3.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17/06/relationships/model3d" Target="../media/model3d_emblem.glb"/><Relationship Id="rId3" Type="http://schemas.openxmlformats.org/officeDocument/2006/relationships/image" Target="../media/model3d_69_0.png"/><Relationship Id="rId4" Type="http://schemas.microsoft.com/office/2017/06/relationships/model3d" Target="../media/model3d_boot.glb"/><Relationship Id="rId5" Type="http://schemas.openxmlformats.org/officeDocument/2006/relationships/image" Target="../media/model3d_69_1.png"/><Relationship Id="rId6" Type="http://schemas.microsoft.com/office/2017/06/relationships/model3d" Target="../media/model3d_braces.glb"/><Relationship Id="rId7" Type="http://schemas.openxmlformats.org/officeDocument/2006/relationships/image" Target="../media/model3d_69_2.png"/><Relationship Id="rId8" Type="http://schemas.microsoft.com/office/2017/06/relationships/model3d" Target="../media/model3d_vinyl.glb"/><Relationship Id="rId9" Type="http://schemas.openxmlformats.org/officeDocument/2006/relationships/image" Target="../media/model3d_69_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17/06/relationships/model3d" Target="../media/model3d_emblem.glb"/><Relationship Id="rId3" Type="http://schemas.openxmlformats.org/officeDocument/2006/relationships/image" Target="../media/model3d_79_0.png"/><Relationship Id="rId4" Type="http://schemas.microsoft.com/office/2017/06/relationships/model3d" Target="../media/model3d_boot.glb"/><Relationship Id="rId5" Type="http://schemas.openxmlformats.org/officeDocument/2006/relationships/image" Target="../media/model3d_79_1.png"/><Relationship Id="rId6" Type="http://schemas.microsoft.com/office/2017/06/relationships/model3d" Target="../media/model3d_braces.glb"/><Relationship Id="rId7" Type="http://schemas.openxmlformats.org/officeDocument/2006/relationships/image" Target="../media/model3d_79_2.png"/><Relationship Id="rId8" Type="http://schemas.microsoft.com/office/2017/06/relationships/model3d" Target="../media/model3d_vinyl.glb"/><Relationship Id="rId9" Type="http://schemas.openxmlformats.org/officeDocument/2006/relationships/image" Target="../media/model3d_79_3.png"/></Relationships>
</file>

<file path=ppt/slides/_rels/slide8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0.png"/><Relationship Id="rId1" Type="http://schemas.openxmlformats.org/officeDocument/2006/relationships/slideLayout" Target="../slideLayouts/slideLayout4.xml"/><Relationship Id="rId4" Type="http://schemas.microsoft.com/office/2017/06/relationships/model3d" Target="../media/model3d_emblem.glb"/><Relationship Id="rId5" Type="http://schemas.openxmlformats.org/officeDocument/2006/relationships/image" Target="../media/model3d_81_0.png"/><Relationship Id="rId6" Type="http://schemas.microsoft.com/office/2017/06/relationships/model3d" Target="../media/model3d_boot.glb"/><Relationship Id="rId7" Type="http://schemas.openxmlformats.org/officeDocument/2006/relationships/image" Target="../media/model3d_81_1.png"/><Relationship Id="rId8" Type="http://schemas.microsoft.com/office/2017/06/relationships/model3d" Target="../media/model3d_braces.glb"/><Relationship Id="rId9" Type="http://schemas.openxmlformats.org/officeDocument/2006/relationships/image" Target="../media/model3d_81_2.png"/><Relationship Id="rId10" Type="http://schemas.microsoft.com/office/2017/06/relationships/model3d" Target="../media/model3d_vinyl.glb"/><Relationship Id="rId11" Type="http://schemas.openxmlformats.org/officeDocument/2006/relationships/image" Target="../media/model3d_81_3.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17/06/relationships/model3d" Target="../media/model3d_emblem.glb"/><Relationship Id="rId3" Type="http://schemas.openxmlformats.org/officeDocument/2006/relationships/image" Target="../media/model3d_88_0.png"/><Relationship Id="rId4" Type="http://schemas.microsoft.com/office/2017/06/relationships/model3d" Target="../media/model3d_vinyl.glb"/><Relationship Id="rId5" Type="http://schemas.openxmlformats.org/officeDocument/2006/relationships/image" Target="../media/model3d_88_1.png"/><Relationship Id="rId6" Type="http://schemas.microsoft.com/office/2017/06/relationships/model3d" Target="../media/model3d_boot.glb"/><Relationship Id="rId7" Type="http://schemas.openxmlformats.org/officeDocument/2006/relationships/image" Target="../media/model3d_88_2.png"/><Relationship Id="rId8" Type="http://schemas.microsoft.com/office/2017/06/relationships/model3d" Target="../media/model3d_braces.glb"/><Relationship Id="rId9" Type="http://schemas.openxmlformats.org/officeDocument/2006/relationships/image" Target="../media/model3d_88_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9E9EE5B-A5C7-1131-2B42-294F1F5CDA43}"/>
              </a:ext>
            </a:extLst>
          </p:cNvPr>
          <p:cNvSpPr/>
          <p:nvPr/>
        </p:nvSpPr>
        <p:spPr>
          <a:xfrm>
            <a:off x="0" y="0"/>
            <a:ext cx="24384000" cy="13716000"/>
          </a:xfrm>
          <a:prstGeom prst="rect">
            <a:avLst/>
          </a:prstGeom>
          <a:solidFill>
            <a:srgbClr val="C80D3F"/>
          </a:solidFill>
          <a:ln w="12700" cap="flat">
            <a:solidFill>
              <a:schemeClr val="accent1"/>
            </a:solid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RU" sz="3200" b="0" i="0" u="none" strike="noStrike" cap="none" spc="0" normalizeH="0" baseline="0">
              <a:ln>
                <a:noFill/>
              </a:ln>
              <a:solidFill>
                <a:srgbClr val="FFFFFF"/>
              </a:solidFill>
              <a:effectLst/>
              <a:uFillTx/>
              <a:latin typeface="+mn-lt"/>
              <a:ea typeface="+mn-ea"/>
              <a:cs typeface="+mn-cs"/>
              <a:sym typeface="Helvetica Neue Medium"/>
            </a:endParaRPr>
          </a:p>
        </p:txBody>
      </p:sp>
      <p:pic>
        <p:nvPicPr>
          <p:cNvPr id="3" name="Рисунок 2">
            <a:extLst>
              <a:ext uri="{FF2B5EF4-FFF2-40B4-BE49-F238E27FC236}">
                <a16:creationId xmlns:a16="http://schemas.microsoft.com/office/drawing/2014/main" id="{E562B098-8C18-A98D-7E0C-31FB6F38CFFE}"/>
              </a:ext>
            </a:extLst>
          </p:cNvPr>
          <p:cNvPicPr>
            <a:picLocks noChangeAspect="1"/>
          </p:cNvPicPr>
          <p:nvPr/>
        </p:nvPicPr>
        <p:blipFill>
          <a:blip r:embed="rId2"/>
          <a:stretch>
            <a:fillRect/>
          </a:stretch>
        </p:blipFill>
        <p:spPr>
          <a:xfrm>
            <a:off x="1440000" y="1440000"/>
            <a:ext cx="5689600" cy="2503429"/>
          </a:xfrm>
          <a:prstGeom prst="rect">
            <a:avLst/>
          </a:prstGeom>
        </p:spPr>
      </p:pic>
      <p:sp>
        <p:nvSpPr>
          <p:cNvPr id="4" name="TextBox 3">
            <a:extLst>
              <a:ext uri="{FF2B5EF4-FFF2-40B4-BE49-F238E27FC236}">
                <a16:creationId xmlns:a16="http://schemas.microsoft.com/office/drawing/2014/main" id="{E3937FBA-451B-BB61-0E32-F9FB4BC58D1E}"/>
              </a:ext>
            </a:extLst>
          </p:cNvPr>
          <p:cNvSpPr txBox="1"/>
          <p:nvPr/>
        </p:nvSpPr>
        <p:spPr>
          <a:xfrm>
            <a:off x="0" y="5617588"/>
            <a:ext cx="16778423" cy="4154984"/>
          </a:xfrm>
          <a:prstGeom prst="rect">
            <a:avLst/>
          </a:prstGeom>
          <a:noFill/>
        </p:spPr>
        <p:txBody>
          <a:bodyPr wrap="square" lIns="0" tIns="0" rIns="0" bIns="0" rtlCol="0" anchor="t">
            <a:spAutoFit/>
          </a:bodyPr>
          <a:lstStyle/>
          <a:p>
            <a:r>
              <a:rPr lang="en-US" sz="3600" dirty="0">
                <a:solidFill>
                  <a:srgbClr val="EDAFC0"/>
                </a:solidFill>
                <a:latin typeface="+mj-lt"/>
              </a:rPr>
              <a:t>I</a:t>
            </a:r>
            <a:r>
              <a:rPr lang="ru-RU" sz="3600" dirty="0">
                <a:solidFill>
                  <a:srgbClr val="EDAFC0"/>
                </a:solidFill>
                <a:latin typeface="+mj-lt"/>
              </a:rPr>
              <a:t> МОЛОДЕЖНАЯ НАУЧНО-ПРАКТИЧЕСКАЯ КОНФЕРЕНЦИЯ ПО ИСТОРИИ</a:t>
            </a:r>
          </a:p>
          <a:p>
            <a:r>
              <a:rPr lang="ru-RU" sz="5400" dirty="0">
                <a:solidFill>
                  <a:srgbClr val="EDAFC0"/>
                </a:solidFill>
                <a:latin typeface="+mj-lt"/>
              </a:rPr>
              <a:t>«ШЕПОТ ПРОШЛОГО - СИЛА НАСТОЯЩЕГО» </a:t>
            </a:r>
          </a:p>
          <a:p>
            <a:r>
              <a:rPr lang="ru-RU" sz="3600" dirty="0">
                <a:solidFill>
                  <a:srgbClr val="EDAFC0"/>
                </a:solidFill>
                <a:latin typeface="+mj-lt"/>
              </a:rPr>
              <a:t>КОЛЛЕДЖА ПРЕЗИДЕНТСКОЙ АКАДЕМИИ РАНХиГС ПРИ ПРЕЗИДЕНТЕ РОССИЙСКОЙ ФЕДЕРАЦИИ </a:t>
            </a:r>
          </a:p>
          <a:p>
            <a:r>
              <a:rPr lang="ru-RU" sz="3600" dirty="0">
                <a:solidFill>
                  <a:srgbClr val="EDAFC0"/>
                </a:solidFill>
                <a:latin typeface="+mj-lt"/>
              </a:rPr>
              <a:t>ПОСВЯЩЕННОЙ 81 ГОДОВЩИНЕ ПОБЕДЫ В </a:t>
            </a:r>
          </a:p>
          <a:p>
            <a:r>
              <a:rPr lang="ru-RU" sz="3600" dirty="0">
                <a:solidFill>
                  <a:srgbClr val="EDAFC0"/>
                </a:solidFill>
                <a:latin typeface="+mj-lt"/>
              </a:rPr>
              <a:t>ВЕЛИКОЙ ОТЕЧЕСТВЕННОЙ ВОЙНЕ </a:t>
            </a:r>
          </a:p>
        </p:txBody>
      </p:sp>
      <p:pic>
        <p:nvPicPr>
          <p:cNvPr id="457" name="Рисунок 456">
            <a:extLst>
              <a:ext uri="{FF2B5EF4-FFF2-40B4-BE49-F238E27FC236}">
                <a16:creationId xmlns:a16="http://schemas.microsoft.com/office/drawing/2014/main" id="{04769DD6-806E-8774-2EB5-0F2FB49CBBF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6264669" y="1"/>
            <a:ext cx="10659962" cy="13715999"/>
          </a:xfrm>
          <a:prstGeom prst="rect">
            <a:avLst/>
          </a:prstGeom>
        </p:spPr>
      </p:pic>
      <p:sp>
        <p:nvSpPr>
          <p:cNvPr id="900" name="Topic"/>
          <p:cNvSpPr txBox="1"/>
          <p:nvPr/>
        </p:nvSpPr>
        <p:spPr>
          <a:xfrm>
            <a:off x="152400" y="10200000"/>
            <a:ext cx="16778423" cy="1500000"/>
          </a:xfrm>
          <a:prstGeom prst="rect">
            <a:avLst/>
          </a:prstGeom>
          <a:noFill/>
        </p:spPr>
        <p:txBody>
          <a:bodyPr wrap="square" lIns="0" tIns="0" rIns="0" bIns="0" rtlCol="0" anchor="t">
            <a:spAutoFit/>
          </a:bodyPr>
          <a:lstStyle/>
          <a:p>
            <a:r>
              <a:rPr lang="ru-RU" sz="4800" dirty="0" b="1">
                <a:solidFill>
                  <a:srgbClr val="FFFFFF"/>
                </a:solidFill>
                <a:latin typeface="+mj-lt"/>
              </a:rPr>
              <a:t>СКИНХЕДЫ: ИСТОРИЯ МОЛОДЁЖНОЙ СУБКУЛЬТУРЫ</a:t>
            </a:r>
            <a:endParaRPr lang="ru-RU" sz="4800" dirty="0" b="1">
              <a:solidFill>
                <a:srgbClr val="FFFFFF"/>
              </a:solidFill>
              <a:latin typeface="+mj-lt"/>
            </a:endParaRPr>
          </a:p>
        </p:txBody>
      </p:sp>
      <p:sp>
        <p:nvSpPr>
          <p:cNvPr id="2" name="TextBox 1">
            <a:extLst>
              <a:ext uri="{FF2B5EF4-FFF2-40B4-BE49-F238E27FC236}">
                <a16:creationId xmlns:a16="http://schemas.microsoft.com/office/drawing/2014/main" id="{42ADE9AE-7CB5-AA2A-9CC9-0C8992E6D8C9}"/>
              </a:ext>
            </a:extLst>
          </p:cNvPr>
          <p:cNvSpPr txBox="1"/>
          <p:nvPr/>
        </p:nvSpPr>
        <p:spPr>
          <a:xfrm>
            <a:off x="152400" y="12850627"/>
            <a:ext cx="16778423" cy="553998"/>
          </a:xfrm>
          <a:prstGeom prst="rect">
            <a:avLst/>
          </a:prstGeom>
          <a:noFill/>
        </p:spPr>
        <p:txBody>
          <a:bodyPr wrap="square" lIns="0" tIns="0" rIns="0" bIns="0" rtlCol="0" anchor="t">
            <a:spAutoFit/>
          </a:bodyPr>
          <a:lstStyle/>
          <a:p>
            <a:r>
              <a:rPr lang="ru-RU" sz="3600" dirty="0">
                <a:solidFill>
                  <a:srgbClr val="EDAFC0"/>
                </a:solidFill>
                <a:latin typeface="+mj-lt"/>
              </a:rPr>
              <a:t>2026 г.</a:t>
            </a:r>
          </a:p>
        </p:txBody>
      </p:sp>
    </p:spTree>
    <p:extLst>
      <p:ext uri="{BB962C8B-B14F-4D97-AF65-F5344CB8AC3E}">
        <p14:creationId xmlns:p14="http://schemas.microsoft.com/office/powerpoint/2010/main" val="844058772"/>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Placeholder Demo Text"/>
          <p:cNvSpPr txBox="1"/>
          <p:nvPr/>
        </p:nvSpPr>
        <p:spPr>
          <a:xfrm>
            <a:off x="1427163" y="2921514"/>
            <a:ext cx="12468450" cy="246221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a:spAutoFit/>
          </a:bodyPr>
          <a:lstStyle>
            <a:lvl1pPr algn="l">
              <a:defRPr sz="8000" b="0">
                <a:solidFill>
                  <a:srgbClr val="242423"/>
                </a:solidFill>
                <a:latin typeface="Montserrat Bold"/>
                <a:ea typeface="Montserrat Bold"/>
                <a:cs typeface="Montserrat Bold"/>
                <a:sym typeface="Montserrat Bold"/>
              </a:defRPr>
            </a:lvl1pPr>
          </a:lstStyle>
          <a:p>
            <a:r>
              <a:rPr lang="ru-RU" b="1" dirty="0">
                <a:solidFill>
                  <a:srgbClr val="C80D3F"/>
                </a:solidFill>
                <a:latin typeface="Arial" panose="020B0604020202020204" pitchFamily="34" charset="0"/>
                <a:cs typeface="Arial" panose="020B0604020202020204" pitchFamily="34" charset="0"/>
              </a:rPr>
              <a:t>Кто такие</a:t>
            </a:r>
            <a:br>
              <a:rPr lang="ru-RU" b="1" dirty="0">
                <a:solidFill>
                  <a:srgbClr val="C80D3F"/>
                </a:solidFill>
                <a:latin typeface="Arial" panose="020B0604020202020204" pitchFamily="34" charset="0"/>
                <a:cs typeface="Arial" panose="020B0604020202020204" pitchFamily="34" charset="0"/>
              </a:rPr>
            </a:br>
            <a:r>
              <a:rPr lang="ru-RU" b="1" dirty="0">
                <a:solidFill>
                  <a:srgbClr val="C80D3F"/>
                </a:solidFill>
                <a:latin typeface="Arial" panose="020B0604020202020204" pitchFamily="34" charset="0"/>
                <a:cs typeface="Arial" panose="020B0604020202020204" pitchFamily="34" charset="0"/>
              </a:rPr>
              <a:t>скинхеды</a:t>
            </a:r>
            <a:endParaRPr lang="ru-RU" b="1" dirty="0">
              <a:solidFill>
                <a:srgbClr val="C80D3F"/>
              </a:solidFill>
              <a:latin typeface="Arial" panose="020B0604020202020204" pitchFamily="34" charset="0"/>
              <a:cs typeface="Arial" panose="020B0604020202020204" pitchFamily="34" charset="0"/>
            </a:endParaRPr>
          </a:p>
        </p:txBody>
      </p:sp>
      <p:sp>
        <p:nvSpPr>
          <p:cNvPr id="59" name="Lorem ipsum dolor sit amet, consectetur adipiscing elit, sed do eiusmod tempor incididunt ut labore et dolore magna aliqua. Arcu dictum varius duis at consectetur lorem donec. Volutpat maecenas volutpat blandit aliquam. Egestas quis ipsum suspendisse ult"/>
          <p:cNvSpPr txBox="1"/>
          <p:nvPr/>
        </p:nvSpPr>
        <p:spPr>
          <a:xfrm>
            <a:off x="1427164" y="5786698"/>
            <a:ext cx="12984480" cy="443300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a:spAutoFit/>
          </a:bodyPr>
          <a:lstStyle/>
          <a:p>
            <a:pPr algn="l" defTabSz="457248">
              <a:lnSpc>
                <a:spcPct val="120000"/>
              </a:lnSpc>
              <a:defRPr sz="3000" b="0">
                <a:solidFill>
                  <a:srgbClr val="7F8189"/>
                </a:solidFill>
                <a:latin typeface="Arial"/>
                <a:ea typeface="Arial"/>
                <a:cs typeface="Arial"/>
                <a:sym typeface="Arial"/>
              </a:defRPr>
            </a:pPr>
            <a:r>
              <a:rPr lang="ru-RU" sz="3000" dirty="0">
                <a:solidFill>
                  <a:schemeClr val="tx2"/>
                </a:solidFill>
                <a:latin typeface="Arial" panose="020B0604020202020204" pitchFamily="34" charset="0"/>
                <a:cs typeface="Arial" panose="020B0604020202020204" pitchFamily="34" charset="0"/>
              </a:rPr>
              <a:t>Скинхеды — представители молодёжной субкультуры, которая появилась в Великобритании в 1960-х годах.</a:t>
            </a:r>
            <a:endParaRPr lang="ru-RU" sz="3000" dirty="0">
              <a:solidFill>
                <a:schemeClr val="tx2"/>
              </a:solidFill>
              <a:latin typeface="Arial" panose="020B0604020202020204" pitchFamily="34" charset="0"/>
              <a:cs typeface="Arial" panose="020B0604020202020204" pitchFamily="34" charset="0"/>
            </a:endParaRPr>
          </a:p>
          <a:p>
            <a:pPr algn="l" defTabSz="457248">
              <a:lnSpc>
                <a:spcPct val="120000"/>
              </a:lnSpc>
              <a:defRPr sz="3000" b="0">
                <a:solidFill>
                  <a:srgbClr val="7F8189"/>
                </a:solidFill>
                <a:latin typeface="Arial"/>
                <a:ea typeface="Arial"/>
                <a:cs typeface="Arial"/>
                <a:sym typeface="Arial"/>
              </a:defRPr>
            </a:pPr>
            <a:endParaRPr lang="ru-RU" sz="3000" dirty="0">
              <a:solidFill>
                <a:schemeClr val="tx2"/>
              </a:solidFill>
              <a:latin typeface="Arial" panose="020B0604020202020204" pitchFamily="34" charset="0"/>
              <a:cs typeface="Arial" panose="020B0604020202020204" pitchFamily="34" charset="0"/>
            </a:endParaRPr>
          </a:p>
          <a:p>
            <a:pPr algn="l" defTabSz="457248">
              <a:lnSpc>
                <a:spcPct val="120000"/>
              </a:lnSpc>
              <a:defRPr sz="3000" b="0">
                <a:solidFill>
                  <a:srgbClr val="7F8189"/>
                </a:solidFill>
                <a:latin typeface="Arial"/>
                <a:ea typeface="Arial"/>
                <a:cs typeface="Arial"/>
                <a:sym typeface="Arial"/>
              </a:defRPr>
            </a:pPr>
            <a:r>
              <a:rPr lang="ru-RU" sz="3000" dirty="0">
                <a:solidFill>
                  <a:schemeClr val="tx2"/>
                </a:solidFill>
                <a:latin typeface="Arial" panose="020B0604020202020204" pitchFamily="34" charset="0"/>
                <a:cs typeface="Arial" panose="020B0604020202020204" pitchFamily="34" charset="0"/>
              </a:rPr>
              <a:t>Название происходит от английских слов skin — «кожа» и head — «голова».</a:t>
            </a:r>
            <a:endParaRPr lang="ru-RU" sz="3000" dirty="0">
              <a:solidFill>
                <a:schemeClr val="tx2"/>
              </a:solidFill>
              <a:latin typeface="Arial" panose="020B0604020202020204" pitchFamily="34" charset="0"/>
              <a:cs typeface="Arial" panose="020B0604020202020204" pitchFamily="34" charset="0"/>
            </a:endParaRPr>
          </a:p>
        </p:txBody>
      </p:sp>
      <p:sp>
        <p:nvSpPr>
          <p:cNvPr id="60" name="Rectangle"/>
          <p:cNvSpPr/>
          <p:nvPr/>
        </p:nvSpPr>
        <p:spPr>
          <a:xfrm>
            <a:off x="1427163" y="2604480"/>
            <a:ext cx="3158692" cy="116630"/>
          </a:xfrm>
          <a:prstGeom prst="rect">
            <a:avLst/>
          </a:prstGeom>
          <a:solidFill>
            <a:srgbClr val="C80D3F"/>
          </a:solidFill>
          <a:ln w="12700" cap="flat">
            <a:noFill/>
            <a:miter lim="400000"/>
          </a:ln>
          <a:effectLst/>
        </p:spPr>
        <p:txBody>
          <a:bodyPr wrap="square" lIns="0" tIns="0" rIns="0" bIns="0" numCol="1" anchor="ctr">
            <a:noAutofit/>
          </a:bodyPr>
          <a:lstStyle/>
          <a:p>
            <a:pPr>
              <a:defRPr sz="3200" b="0">
                <a:solidFill>
                  <a:srgbClr val="FFFFFF"/>
                </a:solidFill>
                <a:latin typeface="+mn-lt"/>
                <a:ea typeface="+mn-ea"/>
                <a:cs typeface="+mn-cs"/>
                <a:sym typeface="Helvetica Neue Medium"/>
              </a:defRPr>
            </a:pPr>
            <a:endParaRPr sz="3200" dirty="0">
              <a:latin typeface="Arial Black" panose="020B0604020202020204" pitchFamily="34" charset="0"/>
              <a:cs typeface="Arial Black" panose="020B0604020202020204" pitchFamily="34" charset="0"/>
            </a:endParaRPr>
          </a:p>
        </p:txBody>
      </p:sp>
      <p:sp>
        <p:nvSpPr>
          <p:cNvPr id="61" name="Subtitle Text"/>
          <p:cNvSpPr/>
          <p:nvPr/>
        </p:nvSpPr>
        <p:spPr>
          <a:xfrm>
            <a:off x="1427164" y="2266950"/>
            <a:ext cx="3322710" cy="337530"/>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solidFill>
            <a:srgbClr val="002B5B"/>
          </a:solid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1" tIns="50801" rIns="50801" bIns="50801" numCol="1" anchor="t">
            <a:spAutoFit/>
          </a:bodyPr>
          <a:lstStyle>
            <a:lvl1pPr algn="l" defTabSz="457200">
              <a:lnSpc>
                <a:spcPct val="120000"/>
              </a:lnSpc>
              <a:defRPr sz="1400" cap="all" spc="1120">
                <a:solidFill>
                  <a:srgbClr val="242423"/>
                </a:solidFill>
                <a:latin typeface="Arial"/>
                <a:ea typeface="Arial"/>
                <a:cs typeface="Arial"/>
                <a:sym typeface="Arial"/>
              </a:defRPr>
            </a:lvl1pPr>
          </a:lstStyle>
          <a:p>
            <a:r>
              <a:rPr lang="ru-RU" sz="1401" dirty="0">
                <a:solidFill>
                  <a:srgbClr val="C80D3F"/>
                </a:solidFill>
                <a:latin typeface="Arial" panose="020B0604020202020204" pitchFamily="34" charset="0"/>
                <a:cs typeface="Arial" panose="020B0604020202020204" pitchFamily="34" charset="0"/>
              </a:rPr>
              <a:t>Субкультура</a:t>
            </a:r>
            <a:endParaRPr lang="ru-RU" sz="1401" dirty="0">
              <a:solidFill>
                <a:srgbClr val="C80D3F"/>
              </a:solidFill>
              <a:latin typeface="Arial" panose="020B0604020202020204" pitchFamily="34" charset="0"/>
              <a:cs typeface="Arial" panose="020B0604020202020204" pitchFamily="34" charset="0"/>
            </a:endParaRPr>
          </a:p>
        </p:txBody>
      </p:sp>
      <p:sp>
        <p:nvSpPr>
          <p:cNvPr id="9001" name="!!Ring" descr="Светящееся кольцо"/>
          <p:cNvSpPr/>
          <p:nvPr/>
        </p:nvSpPr>
        <p:spPr>
          <a:xfrm>
            <a:off x="15179040" y="2194560"/>
            <a:ext cx="8412480" cy="8412480"/>
          </a:xfrm>
          <a:prstGeom prst="ellipse">
            <a:avLst/>
          </a:prstGeom>
          <a:noFill/>
          <a:ln w="76200">
            <a:solidFill>
              <a:srgbClr val="C80D3F"/>
            </a:solidFill>
          </a:ln>
          <a:effectLst>
            <a:glow rad="355600">
              <a:srgbClr val="C80D3F">
                <a:alpha val="55000"/>
              </a:srgbClr>
            </a:glow>
          </a:effectLst>
        </p:spPr>
      </p:sp>
      <mc:AlternateContent xmlns:mc="http://schemas.openxmlformats.org/markup-compatibility/2006">
        <mc:Choice xmlns:am3d="http://schemas.microsoft.com/office/drawing/2017/model3d" Requires="am3d">
          <p:graphicFrame>
            <p:nvGraphicFramePr>
              <p:cNvPr id="9002" name="!!Emblem3D" descr="3D-модель эмблемы Президентской академии"/>
              <p:cNvGraphicFramePr>
                <a:graphicFrameLocks noGrp="1" noChangeAspect="1"/>
              </p:cNvGraphicFramePr>
              <p:nvPr/>
            </p:nvGraphicFramePr>
            <p:xfrm>
              <a:off x="15936163" y="2951683"/>
              <a:ext cx="6898234" cy="6898234"/>
            </p:xfrm>
            <a:graphic>
              <a:graphicData uri="http://schemas.microsoft.com/office/drawing/2017/model3d">
                <am3d:model3d r:embed="rId2">
                  <am3d:spPr>
                    <a:xfrm>
                      <a:off x="15936163" y="2951683"/>
                      <a:ext cx="6898234" cy="6898234"/>
                    </a:xfrm>
                    <a:prstGeom prst="rect">
                      <a:avLst/>
                    </a:prstGeom>
                    <a:effectLst>
                      <a:glow rad="190500">
                        <a:srgbClr val="C80D3F">
                          <a:alpha val="40000"/>
                        </a:srgbClr>
                      </a:glow>
                    </a:effectLst>
                  </am3d:spPr>
                  <am3d:camera>
                    <am3d:pos x="0" y="0" z="52000000"/>
                    <am3d:up dx="0" dy="36000000" dz="0"/>
                    <am3d:lookAt x="0" y="0" z="0"/>
                    <am3d:perspective fov="2700000"/>
                  </am3d:camera>
                  <am3d:trans>
                    <am3d:meterPerModelUnit n="1000000" d="1000000"/>
                    <am3d:preTrans dx="0" dy="0" dz="0"/>
                    <am3d:scale>
                      <am3d:sx n="1000000" d="1000000"/>
                      <am3d:sy n="1000000" d="1000000"/>
                      <am3d:sz n="1000000" d="1000000"/>
                    </am3d:scale>
                    <am3d:rot ax="0" ay="20100000" az="0"/>
                    <am3d:postTrans dx="0" dy="0" dz="0"/>
                  </am3d:trans>
                  <am3d:raster rName="Office3DRenderer" rVer="16.0.8326">
                    <am3d:blip r:embed="rId3"/>
                  </am3d:raster>
                  <am3d:objViewport viewportSz="6898234"/>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9002" name="!!Emblem3D" descr="3D-модель эмблемы Президентской академии"/>
              <p:cNvPicPr>
                <a:picLocks noGrp="1" noRot="1" noChangeAspect="1" noMove="1" noResize="1" noEditPoints="1" noAdjustHandles="1" noChangeArrowheads="1" noChangeShapeType="1" noCrop="1"/>
              </p:cNvPicPr>
              <p:nvPr/>
            </p:nvPicPr>
            <p:blipFill>
              <a:blip r:embed="rId3"/>
              <a:stretch>
                <a:fillRect/>
              </a:stretch>
            </p:blipFill>
            <p:spPr>
              <a:xfrm>
                <a:off x="15936163" y="2951683"/>
                <a:ext cx="6898234" cy="6898234"/>
              </a:xfrm>
              <a:prstGeom prst="rect">
                <a:avLst/>
              </a:prstGeom>
              <a:effectLst>
                <a:glow rad="190500">
                  <a:srgbClr val="C80D3F">
                    <a:alpha val="40000"/>
                  </a:srgbClr>
                </a:glow>
              </a:effectLst>
            </p:spPr>
          </p:pic>
        </mc:Fallback>
      </mc:AlternateContent>
      <mc:AlternateContent xmlns:mc="http://schemas.openxmlformats.org/markup-compatibility/2006">
        <mc:Choice xmlns:am3d="http://schemas.microsoft.com/office/drawing/2017/model3d" Requires="am3d">
          <p:graphicFrame>
            <p:nvGraphicFramePr>
              <p:cNvPr id="9012" name="!!Boot3D" descr="3D-модель ботинка с высокой шнуровкой"/>
              <p:cNvGraphicFramePr>
                <a:graphicFrameLocks noGrp="1" noChangeAspect="1"/>
              </p:cNvGraphicFramePr>
              <p:nvPr/>
            </p:nvGraphicFramePr>
            <p:xfrm>
              <a:off x="27509724" y="8764524"/>
              <a:ext cx="4873752" cy="4873752"/>
            </p:xfrm>
            <a:graphic>
              <a:graphicData uri="http://schemas.microsoft.com/office/drawing/2017/model3d">
                <am3d:model3d r:embed="rId4">
                  <am3d:spPr>
                    <a:xfrm>
                      <a:off x="27509724" y="8764524"/>
                      <a:ext cx="4873752" cy="4873752"/>
                    </a:xfrm>
                    <a:prstGeom prst="rect">
                      <a:avLst/>
                    </a:prstGeom>
                    <a:effectLst>
                      <a:glow rad="190500">
                        <a:srgbClr val="C80D3F">
                          <a:alpha val="40000"/>
                        </a:srgbClr>
                      </a:glow>
                    </a:effectLst>
                  </am3d:spPr>
                  <am3d:camera>
                    <am3d:pos x="0" y="0" z="52000000"/>
                    <am3d:up dx="0" dy="36000000" dz="0"/>
                    <am3d:lookAt x="0" y="0" z="0"/>
                    <am3d:perspective fov="2700000"/>
                  </am3d:camera>
                  <am3d:trans>
                    <am3d:meterPerModelUnit n="1000000" d="1000000"/>
                    <am3d:preTrans dx="0" dy="0" dz="0"/>
                    <am3d:scale>
                      <am3d:sx n="1000000" d="1000000"/>
                      <am3d:sy n="1000000" d="1000000"/>
                      <am3d:sz n="1000000" d="1000000"/>
                    </am3d:scale>
                    <am3d:rot ax="2400000" ay="9600000" az="1800000"/>
                    <am3d:postTrans dx="0" dy="0" dz="0"/>
                  </am3d:trans>
                  <am3d:raster rName="Office3DRenderer" rVer="16.0.8326">
                    <am3d:blip r:embed="rId5"/>
                  </am3d:raster>
                  <am3d:objViewport viewportSz="4873752"/>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9012" name="!!Boot3D" descr="3D-модель ботинка с высокой шнуровкой"/>
              <p:cNvPicPr>
                <a:picLocks noGrp="1" noRot="1" noChangeAspect="1" noMove="1" noResize="1" noEditPoints="1" noAdjustHandles="1" noChangeArrowheads="1" noChangeShapeType="1" noCrop="1"/>
              </p:cNvPicPr>
              <p:nvPr/>
            </p:nvPicPr>
            <p:blipFill>
              <a:blip r:embed="rId5"/>
              <a:stretch>
                <a:fillRect/>
              </a:stretch>
            </p:blipFill>
            <p:spPr>
              <a:xfrm>
                <a:off x="27509724" y="8764524"/>
                <a:ext cx="4873752" cy="4873752"/>
              </a:xfrm>
              <a:prstGeom prst="rect">
                <a:avLst/>
              </a:prstGeom>
              <a:effectLst>
                <a:glow rad="190500">
                  <a:srgbClr val="C80D3F">
                    <a:alpha val="40000"/>
                  </a:srgbClr>
                </a:glow>
              </a:effectLst>
            </p:spPr>
          </p:pic>
        </mc:Fallback>
      </mc:AlternateContent>
      <mc:AlternateContent xmlns:mc="http://schemas.openxmlformats.org/markup-compatibility/2006">
        <mc:Choice xmlns:am3d="http://schemas.microsoft.com/office/drawing/2017/model3d" Requires="am3d">
          <p:graphicFrame>
            <p:nvGraphicFramePr>
              <p:cNvPr id="9022" name="!!Braces3D" descr="3D-модель подтяжек"/>
              <p:cNvGraphicFramePr>
                <a:graphicFrameLocks noGrp="1" noChangeAspect="1"/>
              </p:cNvGraphicFramePr>
              <p:nvPr/>
            </p:nvGraphicFramePr>
            <p:xfrm>
              <a:off x="-7735824" y="10094976"/>
              <a:ext cx="4498848" cy="4498848"/>
            </p:xfrm>
            <a:graphic>
              <a:graphicData uri="http://schemas.microsoft.com/office/drawing/2017/model3d">
                <am3d:model3d r:embed="rId6">
                  <am3d:spPr>
                    <a:xfrm>
                      <a:off x="-7735824" y="10094976"/>
                      <a:ext cx="4498848" cy="4498848"/>
                    </a:xfrm>
                    <a:prstGeom prst="rect">
                      <a:avLst/>
                    </a:prstGeom>
                    <a:effectLst>
                      <a:glow rad="190500">
                        <a:srgbClr val="C80D3F">
                          <a:alpha val="40000"/>
                        </a:srgbClr>
                      </a:glow>
                    </a:effectLst>
                  </am3d:spPr>
                  <am3d:camera>
                    <am3d:pos x="0" y="0" z="52000000"/>
                    <am3d:up dx="0" dy="36000000" dz="0"/>
                    <am3d:lookAt x="0" y="0" z="0"/>
                    <am3d:perspective fov="2700000"/>
                  </am3d:camera>
                  <am3d:trans>
                    <am3d:meterPerModelUnit n="1000000" d="1000000"/>
                    <am3d:preTrans dx="0" dy="0" dz="0"/>
                    <am3d:scale>
                      <am3d:sx n="1000000" d="1000000"/>
                      <am3d:sy n="1000000" d="1000000"/>
                      <am3d:sz n="1000000" d="1000000"/>
                    </am3d:scale>
                    <am3d:rot ax="19800000" ay="12000000" az="20400000"/>
                    <am3d:postTrans dx="0" dy="0" dz="0"/>
                  </am3d:trans>
                  <am3d:raster rName="Office3DRenderer" rVer="16.0.8326">
                    <am3d:blip r:embed="rId7"/>
                  </am3d:raster>
                  <am3d:objViewport viewportSz="4498848"/>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9022" name="!!Braces3D" descr="3D-модель подтяжек"/>
              <p:cNvPicPr>
                <a:picLocks noGrp="1" noRot="1" noChangeAspect="1" noMove="1" noResize="1" noEditPoints="1" noAdjustHandles="1" noChangeArrowheads="1" noChangeShapeType="1" noCrop="1"/>
              </p:cNvPicPr>
              <p:nvPr/>
            </p:nvPicPr>
            <p:blipFill>
              <a:blip r:embed="rId7"/>
              <a:stretch>
                <a:fillRect/>
              </a:stretch>
            </p:blipFill>
            <p:spPr>
              <a:xfrm>
                <a:off x="-7735824" y="10094976"/>
                <a:ext cx="4498848" cy="4498848"/>
              </a:xfrm>
              <a:prstGeom prst="rect">
                <a:avLst/>
              </a:prstGeom>
              <a:effectLst>
                <a:glow rad="190500">
                  <a:srgbClr val="C80D3F">
                    <a:alpha val="40000"/>
                  </a:srgbClr>
                </a:glow>
              </a:effectLst>
            </p:spPr>
          </p:pic>
        </mc:Fallback>
      </mc:AlternateContent>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9" fill="hold">
                            <p:stCondLst>
                              <p:cond delay="0"/>
                            </p:stCondLst>
                            <p:childTnLst>
                              <p:par>
                                <p:cTn id="4" presetID="42" presetClass="entr" presetSubtype="0" fill="hold" nodeType="withEffect">
                                  <p:stCondLst>
                                    <p:cond delay="500"/>
                                  </p:stCondLst>
                                  <p:childTnLst>
                                    <p:set>
                                      <p:cBhvr>
                                        <p:cTn id="5" dur="1" fill="hold">
                                          <p:stCondLst>
                                            <p:cond delay="0"/>
                                          </p:stCondLst>
                                        </p:cTn>
                                        <p:tgtEl>
                                          <p:spTgt spid="58"/>
                                        </p:tgtEl>
                                        <p:attrNameLst>
                                          <p:attrName>style.visibility</p:attrName>
                                        </p:attrNameLst>
                                      </p:cBhvr>
                                      <p:to>
                                        <p:strVal val="visible"/>
                                      </p:to>
                                    </p:set>
                                    <p:animEffect transition="in" filter="fade">
                                      <p:cBhvr>
                                        <p:cTn id="6" dur="1200"/>
                                        <p:tgtEl>
                                          <p:spTgt spid="58"/>
                                        </p:tgtEl>
                                      </p:cBhvr>
                                    </p:animEffect>
                                    <p:anim calcmode="lin" valueType="num">
                                      <p:cBhvr>
                                        <p:cTn id="7" dur="1200" decel="100000" fill="hold"/>
                                        <p:tgtEl>
                                          <p:spTgt spid="58"/>
                                        </p:tgtEl>
                                        <p:attrNameLst>
                                          <p:attrName>ppt_x</p:attrName>
                                        </p:attrNameLst>
                                      </p:cBhvr>
                                      <p:tavLst>
                                        <p:tav tm="0">
                                          <p:val>
                                            <p:strVal val="#ppt_x"/>
                                          </p:val>
                                        </p:tav>
                                        <p:tav tm="100000">
                                          <p:val>
                                            <p:strVal val="#ppt_x"/>
                                          </p:val>
                                        </p:tav>
                                      </p:tavLst>
                                    </p:anim>
                                    <p:anim calcmode="lin" valueType="num">
                                      <p:cBhvr>
                                        <p:cTn id="8" dur="1200" decel="100000" fill="hold"/>
                                        <p:tgtEl>
                                          <p:spTgt spid="58"/>
                                        </p:tgtEl>
                                        <p:attrNameLst>
                                          <p:attrName>ppt_y</p:attrName>
                                        </p:attrNameLst>
                                      </p:cBhvr>
                                      <p:tavLst>
                                        <p:tav tm="0">
                                          <p:val>
                                            <p:strVal val="#ppt_y+.1"/>
                                          </p:val>
                                        </p:tav>
                                        <p:tav tm="100000">
                                          <p:val>
                                            <p:strVal val="#ppt_y"/>
                                          </p:val>
                                        </p:tav>
                                      </p:tavLst>
                                    </p:anim>
                                  </p:childTnLst>
                                </p:cTn>
                              </p:par>
                              <p:par>
                                <p:cTn id="9" presetID="42" presetClass="entr" presetSubtype="0" fill="hold" nodeType="withEffect">
                                  <p:stCondLst>
                                    <p:cond delay="680"/>
                                  </p:stCondLst>
                                  <p:childTnLst>
                                    <p:set>
                                      <p:cBhvr>
                                        <p:cTn id="10" dur="1" fill="hold">
                                          <p:stCondLst>
                                            <p:cond delay="0"/>
                                          </p:stCondLst>
                                        </p:cTn>
                                        <p:tgtEl>
                                          <p:spTgt spid="59"/>
                                        </p:tgtEl>
                                        <p:attrNameLst>
                                          <p:attrName>style.visibility</p:attrName>
                                        </p:attrNameLst>
                                      </p:cBhvr>
                                      <p:to>
                                        <p:strVal val="visible"/>
                                      </p:to>
                                    </p:set>
                                    <p:animEffect transition="in" filter="fade">
                                      <p:cBhvr>
                                        <p:cTn id="11" dur="1200"/>
                                        <p:tgtEl>
                                          <p:spTgt spid="59"/>
                                        </p:tgtEl>
                                      </p:cBhvr>
                                    </p:animEffect>
                                    <p:anim calcmode="lin" valueType="num">
                                      <p:cBhvr>
                                        <p:cTn id="12" dur="1200" decel="100000" fill="hold"/>
                                        <p:tgtEl>
                                          <p:spTgt spid="59"/>
                                        </p:tgtEl>
                                        <p:attrNameLst>
                                          <p:attrName>ppt_x</p:attrName>
                                        </p:attrNameLst>
                                      </p:cBhvr>
                                      <p:tavLst>
                                        <p:tav tm="0">
                                          <p:val>
                                            <p:strVal val="#ppt_x"/>
                                          </p:val>
                                        </p:tav>
                                        <p:tav tm="100000">
                                          <p:val>
                                            <p:strVal val="#ppt_x"/>
                                          </p:val>
                                        </p:tav>
                                      </p:tavLst>
                                    </p:anim>
                                    <p:anim calcmode="lin" valueType="num">
                                      <p:cBhvr>
                                        <p:cTn id="13" dur="1200" decel="100000" fill="hold"/>
                                        <p:tgtEl>
                                          <p:spTgt spid="59"/>
                                        </p:tgtEl>
                                        <p:attrNameLst>
                                          <p:attrName>ppt_y</p:attrName>
                                        </p:attrNameLst>
                                      </p:cBhvr>
                                      <p:tavLst>
                                        <p:tav tm="0">
                                          <p:val>
                                            <p:strVal val="#ppt_y+.1"/>
                                          </p:val>
                                        </p:tav>
                                        <p:tav tm="100000">
                                          <p:val>
                                            <p:strVal val="#ppt_y"/>
                                          </p:val>
                                        </p:tav>
                                      </p:tavLst>
                                    </p:anim>
                                  </p:childTnLst>
                                </p:cTn>
                              </p:par>
                              <p:par>
                                <p:cTn id="14" presetID="42" presetClass="entr" presetSubtype="0" fill="hold" nodeType="withEffect">
                                  <p:stCondLst>
                                    <p:cond delay="860"/>
                                  </p:stCondLst>
                                  <p:childTnLst>
                                    <p:set>
                                      <p:cBhvr>
                                        <p:cTn id="15" dur="1" fill="hold">
                                          <p:stCondLst>
                                            <p:cond delay="0"/>
                                          </p:stCondLst>
                                        </p:cTn>
                                        <p:tgtEl>
                                          <p:spTgt spid="61"/>
                                        </p:tgtEl>
                                        <p:attrNameLst>
                                          <p:attrName>style.visibility</p:attrName>
                                        </p:attrNameLst>
                                      </p:cBhvr>
                                      <p:to>
                                        <p:strVal val="visible"/>
                                      </p:to>
                                    </p:set>
                                    <p:animEffect transition="in" filter="fade">
                                      <p:cBhvr>
                                        <p:cTn id="16" dur="1200"/>
                                        <p:tgtEl>
                                          <p:spTgt spid="61"/>
                                        </p:tgtEl>
                                      </p:cBhvr>
                                    </p:animEffect>
                                    <p:anim calcmode="lin" valueType="num">
                                      <p:cBhvr>
                                        <p:cTn id="17" dur="1200" decel="100000" fill="hold"/>
                                        <p:tgtEl>
                                          <p:spTgt spid="61"/>
                                        </p:tgtEl>
                                        <p:attrNameLst>
                                          <p:attrName>ppt_x</p:attrName>
                                        </p:attrNameLst>
                                      </p:cBhvr>
                                      <p:tavLst>
                                        <p:tav tm="0">
                                          <p:val>
                                            <p:strVal val="#ppt_x"/>
                                          </p:val>
                                        </p:tav>
                                        <p:tav tm="100000">
                                          <p:val>
                                            <p:strVal val="#ppt_x"/>
                                          </p:val>
                                        </p:tav>
                                      </p:tavLst>
                                    </p:anim>
                                    <p:anim calcmode="lin" valueType="num">
                                      <p:cBhvr>
                                        <p:cTn id="18" dur="1200" decel="100000" fill="hold"/>
                                        <p:tgtEl>
                                          <p:spTgt spid="6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5" name="Rectangle"/>
          <p:cNvSpPr/>
          <p:nvPr/>
        </p:nvSpPr>
        <p:spPr>
          <a:xfrm>
            <a:off x="-8468" y="1998920"/>
            <a:ext cx="24400935" cy="6911717"/>
          </a:xfrm>
          <a:prstGeom prst="rect">
            <a:avLst/>
          </a:prstGeom>
          <a:solidFill>
            <a:schemeClr val="accent1"/>
          </a:solidFill>
          <a:ln w="12700">
            <a:miter lim="400000"/>
          </a:ln>
        </p:spPr>
        <p:txBody>
          <a:bodyPr lIns="0" tIns="0" rIns="0" bIns="0" anchor="ctr"/>
          <a:lstStyle/>
          <a:p>
            <a:pPr>
              <a:defRPr sz="3200" b="0">
                <a:solidFill>
                  <a:srgbClr val="FFFFFF"/>
                </a:solidFill>
                <a:latin typeface="+mn-lt"/>
                <a:ea typeface="+mn-ea"/>
                <a:cs typeface="+mn-cs"/>
                <a:sym typeface="Helvetica Neue Medium"/>
              </a:defRPr>
            </a:pPr>
            <a:endParaRPr sz="3200" dirty="0">
              <a:latin typeface="Arial Black" panose="020B0604020202020204" pitchFamily="34" charset="0"/>
              <a:cs typeface="Arial Black" panose="020B0604020202020204" pitchFamily="34" charset="0"/>
            </a:endParaRPr>
          </a:p>
        </p:txBody>
      </p:sp>
      <p:sp>
        <p:nvSpPr>
          <p:cNvPr id="499" name="All the world is made of faith, and trust, and pixie dust."/>
          <p:cNvSpPr txBox="1"/>
          <p:nvPr/>
        </p:nvSpPr>
        <p:spPr>
          <a:xfrm>
            <a:off x="1447796" y="2264867"/>
            <a:ext cx="6711956" cy="318164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1" tIns="50801" rIns="50801" bIns="50801">
            <a:spAutoFit/>
          </a:bodyPr>
          <a:lstStyle>
            <a:lvl1pPr algn="l">
              <a:defRPr sz="5000" b="0">
                <a:solidFill>
                  <a:srgbClr val="242423"/>
                </a:solidFill>
                <a:latin typeface="Montserrat Bold"/>
                <a:ea typeface="Montserrat Bold"/>
                <a:cs typeface="Montserrat Bold"/>
                <a:sym typeface="Montserrat Bold"/>
              </a:defRPr>
            </a:lvl1pPr>
          </a:lstStyle>
          <a:p>
            <a:r>
              <a:rPr lang="ru-RU" sz="5002" b="1" dirty="0">
                <a:solidFill>
                  <a:schemeClr val="bg1"/>
                </a:solidFill>
                <a:latin typeface="Arial" panose="020B0604020202020204" pitchFamily="34" charset="0"/>
                <a:cs typeface="Arial" panose="020B0604020202020204" pitchFamily="34" charset="0"/>
              </a:rPr>
              <a:t>Взгляды</a:t>
            </a:r>
            <a:br>
              <a:rPr lang="ru-RU" sz="5002" b="1" dirty="0">
                <a:solidFill>
                  <a:schemeClr val="bg1"/>
                </a:solidFill>
                <a:latin typeface="Arial" panose="020B0604020202020204" pitchFamily="34" charset="0"/>
                <a:cs typeface="Arial" panose="020B0604020202020204" pitchFamily="34" charset="0"/>
              </a:rPr>
            </a:br>
            <a:r>
              <a:rPr lang="ru-RU" sz="5002" b="1" dirty="0">
                <a:solidFill>
                  <a:schemeClr val="bg1"/>
                </a:solidFill>
                <a:latin typeface="Arial" panose="020B0604020202020204" pitchFamily="34" charset="0"/>
                <a:cs typeface="Arial" panose="020B0604020202020204" pitchFamily="34" charset="0"/>
              </a:rPr>
              <a:t>внутри</a:t>
            </a:r>
            <a:br>
              <a:rPr lang="ru-RU" sz="5002" b="1" dirty="0">
                <a:solidFill>
                  <a:schemeClr val="bg1"/>
                </a:solidFill>
                <a:latin typeface="Arial" panose="020B0604020202020204" pitchFamily="34" charset="0"/>
                <a:cs typeface="Arial" panose="020B0604020202020204" pitchFamily="34" charset="0"/>
              </a:rPr>
            </a:br>
            <a:r>
              <a:rPr lang="ru-RU" sz="5002" b="1" dirty="0">
                <a:solidFill>
                  <a:schemeClr val="bg1"/>
                </a:solidFill>
                <a:latin typeface="Arial" panose="020B0604020202020204" pitchFamily="34" charset="0"/>
                <a:cs typeface="Arial" panose="020B0604020202020204" pitchFamily="34" charset="0"/>
              </a:rPr>
              <a:t>субкультуры</a:t>
            </a:r>
            <a:endParaRPr lang="ru-RU" sz="5002" b="1" dirty="0">
              <a:solidFill>
                <a:schemeClr val="bg1"/>
              </a:solidFill>
              <a:latin typeface="Arial" panose="020B0604020202020204" pitchFamily="34" charset="0"/>
              <a:cs typeface="Arial" panose="020B0604020202020204" pitchFamily="34" charset="0"/>
            </a:endParaRPr>
          </a:p>
        </p:txBody>
      </p:sp>
      <p:sp>
        <p:nvSpPr>
          <p:cNvPr id="500" name="Lorem ipsum dolor sit amet, consectetur adipiscing elit, sed do eiusmod tempor incididunt ut labore et dolore magna aliqua. Arcu dictum varius duis at lorem donec. Volutpat maecenas volutpat blandit aliquam. Egestas quis ipsum suspendisse ultrices gravid"/>
          <p:cNvSpPr txBox="1"/>
          <p:nvPr/>
        </p:nvSpPr>
        <p:spPr>
          <a:xfrm>
            <a:off x="11127182" y="2393952"/>
            <a:ext cx="11318171" cy="616117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1" tIns="50801" rIns="50801" bIns="50801">
            <a:spAutoFit/>
          </a:bodyPr>
          <a:lstStyle>
            <a:lvl1pPr algn="l" defTabSz="457200">
              <a:lnSpc>
                <a:spcPct val="120000"/>
              </a:lnSpc>
              <a:defRPr sz="3000" b="0">
                <a:solidFill>
                  <a:srgbClr val="7F8189"/>
                </a:solidFill>
                <a:latin typeface="Arial"/>
                <a:ea typeface="Arial"/>
                <a:cs typeface="Arial"/>
                <a:sym typeface="Arial"/>
              </a:defRPr>
            </a:lvl1pPr>
          </a:lstStyle>
          <a:p>
            <a:r>
              <a:rPr lang="ru-RU" sz="3000" dirty="0">
                <a:solidFill>
                  <a:schemeClr val="bg1">
                    <a:lumMod val="85000"/>
                  </a:schemeClr>
                </a:solidFill>
                <a:latin typeface="Arial" panose="020B0604020202020204" pitchFamily="34" charset="0"/>
                <a:cs typeface="Arial" panose="020B0604020202020204" pitchFamily="34" charset="0"/>
              </a:rPr>
              <a:t>Внутри субкультуры существуют разные группы: от аполитичных участников до антирасистских и крайне правых объединений.</a:t>
            </a:r>
            <a:endParaRPr lang="ru-RU" sz="3000" dirty="0">
              <a:solidFill>
                <a:schemeClr val="bg1">
                  <a:lumMod val="85000"/>
                </a:schemeClr>
              </a:solidFill>
              <a:latin typeface="Arial" panose="020B0604020202020204" pitchFamily="34" charset="0"/>
              <a:cs typeface="Arial" panose="020B0604020202020204" pitchFamily="34" charset="0"/>
            </a:endParaRPr>
          </a:p>
          <a:p>
            <a:endParaRPr lang="ru-RU" sz="3000" dirty="0">
              <a:solidFill>
                <a:schemeClr val="bg1">
                  <a:lumMod val="85000"/>
                </a:schemeClr>
              </a:solidFill>
              <a:latin typeface="Arial" panose="020B0604020202020204" pitchFamily="34" charset="0"/>
              <a:cs typeface="Arial" panose="020B0604020202020204" pitchFamily="34" charset="0"/>
            </a:endParaRPr>
          </a:p>
          <a:p>
            <a:r>
              <a:rPr lang="ru-RU" sz="3000" dirty="0">
                <a:solidFill>
                  <a:schemeClr val="bg1">
                    <a:lumMod val="85000"/>
                  </a:schemeClr>
                </a:solidFill>
                <a:latin typeface="Arial" panose="020B0604020202020204" pitchFamily="34" charset="0"/>
                <a:cs typeface="Arial" panose="020B0604020202020204" pitchFamily="34" charset="0"/>
              </a:rPr>
              <a:t>Некоторые радикальные группы пропагандируют расизм, национализм и насилие.</a:t>
            </a:r>
            <a:endParaRPr lang="ru-RU" sz="3000" dirty="0">
              <a:solidFill>
                <a:schemeClr val="bg1">
                  <a:lumMod val="85000"/>
                </a:schemeClr>
              </a:solidFill>
              <a:latin typeface="Arial" panose="020B0604020202020204" pitchFamily="34" charset="0"/>
              <a:cs typeface="Arial" panose="020B0604020202020204" pitchFamily="34" charset="0"/>
            </a:endParaRPr>
          </a:p>
          <a:p>
            <a:endParaRPr lang="ru-RU" sz="3000" dirty="0">
              <a:solidFill>
                <a:schemeClr val="bg1">
                  <a:lumMod val="85000"/>
                </a:schemeClr>
              </a:solidFill>
              <a:latin typeface="Arial" panose="020B0604020202020204" pitchFamily="34" charset="0"/>
              <a:cs typeface="Arial" panose="020B0604020202020204" pitchFamily="34" charset="0"/>
            </a:endParaRPr>
          </a:p>
          <a:p>
            <a:r>
              <a:rPr lang="ru-RU" sz="3000" dirty="0">
                <a:solidFill>
                  <a:schemeClr val="bg1">
                    <a:lumMod val="85000"/>
                  </a:schemeClr>
                </a:solidFill>
                <a:latin typeface="Arial" panose="020B0604020202020204" pitchFamily="34" charset="0"/>
                <a:cs typeface="Arial" panose="020B0604020202020204" pitchFamily="34" charset="0"/>
              </a:rPr>
              <a:t>Поэтому важно различать саму субкультуру и конкретные организации, которые придерживаются экстремистских идей.</a:t>
            </a:r>
            <a:endParaRPr lang="ru-RU" sz="3000" dirty="0">
              <a:solidFill>
                <a:schemeClr val="bg1">
                  <a:lumMod val="85000"/>
                </a:schemeClr>
              </a:solidFill>
              <a:latin typeface="Arial" panose="020B0604020202020204" pitchFamily="34" charset="0"/>
              <a:cs typeface="Arial" panose="020B0604020202020204" pitchFamily="34" charset="0"/>
            </a:endParaRPr>
          </a:p>
        </p:txBody>
      </p:sp>
      <p:sp>
        <p:nvSpPr>
          <p:cNvPr id="9001" name="!!Ring" descr="Светящееся кольцо"/>
          <p:cNvSpPr/>
          <p:nvPr/>
        </p:nvSpPr>
        <p:spPr>
          <a:xfrm>
            <a:off x="10607040" y="9235440"/>
            <a:ext cx="3931920" cy="3931920"/>
          </a:xfrm>
          <a:prstGeom prst="ellipse">
            <a:avLst/>
          </a:prstGeom>
          <a:noFill/>
          <a:ln w="76200">
            <a:solidFill>
              <a:srgbClr val="C80D3F"/>
            </a:solidFill>
          </a:ln>
          <a:effectLst>
            <a:glow rad="355600">
              <a:srgbClr val="C80D3F">
                <a:alpha val="55000"/>
              </a:srgbClr>
            </a:glow>
          </a:effectLst>
        </p:spPr>
      </p:sp>
      <mc:AlternateContent xmlns:mc="http://schemas.openxmlformats.org/markup-compatibility/2006">
        <mc:Choice xmlns:am3d="http://schemas.microsoft.com/office/drawing/2017/model3d" Requires="am3d">
          <p:graphicFrame>
            <p:nvGraphicFramePr>
              <p:cNvPr id="9002" name="!!Emblem3D" descr="3D-модель эмблемы Президентской академии"/>
              <p:cNvGraphicFramePr>
                <a:graphicFrameLocks noGrp="1" noChangeAspect="1"/>
              </p:cNvGraphicFramePr>
              <p:nvPr/>
            </p:nvGraphicFramePr>
            <p:xfrm>
              <a:off x="10960912" y="9589312"/>
              <a:ext cx="3224176" cy="3224176"/>
            </p:xfrm>
            <a:graphic>
              <a:graphicData uri="http://schemas.microsoft.com/office/drawing/2017/model3d">
                <am3d:model3d r:embed="rId2">
                  <am3d:spPr>
                    <a:xfrm>
                      <a:off x="10960912" y="9589312"/>
                      <a:ext cx="3224176" cy="3224176"/>
                    </a:xfrm>
                    <a:prstGeom prst="rect">
                      <a:avLst/>
                    </a:prstGeom>
                    <a:effectLst>
                      <a:glow rad="190500">
                        <a:srgbClr val="C80D3F">
                          <a:alpha val="40000"/>
                        </a:srgbClr>
                      </a:glow>
                    </a:effectLst>
                  </am3d:spPr>
                  <am3d:camera>
                    <am3d:pos x="0" y="0" z="52000000"/>
                    <am3d:up dx="0" dy="36000000" dz="0"/>
                    <am3d:lookAt x="0" y="0" z="0"/>
                    <am3d:perspective fov="2700000"/>
                  </am3d:camera>
                  <am3d:trans>
                    <am3d:meterPerModelUnit n="1000000" d="1000000"/>
                    <am3d:preTrans dx="0" dy="0" dz="0"/>
                    <am3d:scale>
                      <am3d:sx n="1000000" d="1000000"/>
                      <am3d:sy n="1000000" d="1000000"/>
                      <am3d:sz n="1000000" d="1000000"/>
                    </am3d:scale>
                    <am3d:rot ax="0" ay="19200000" az="0"/>
                    <am3d:postTrans dx="0" dy="0" dz="0"/>
                  </am3d:trans>
                  <am3d:raster rName="Office3DRenderer" rVer="16.0.8326">
                    <am3d:blip r:embed="rId3"/>
                  </am3d:raster>
                  <am3d:objViewport viewportSz="3224176"/>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9002" name="!!Emblem3D" descr="3D-модель эмблемы Президентской академии"/>
              <p:cNvPicPr>
                <a:picLocks noGrp="1" noRot="1" noChangeAspect="1" noMove="1" noResize="1" noEditPoints="1" noAdjustHandles="1" noChangeArrowheads="1" noChangeShapeType="1" noCrop="1"/>
              </p:cNvPicPr>
              <p:nvPr/>
            </p:nvPicPr>
            <p:blipFill>
              <a:blip r:embed="rId3"/>
              <a:stretch>
                <a:fillRect/>
              </a:stretch>
            </p:blipFill>
            <p:spPr>
              <a:xfrm>
                <a:off x="10960912" y="9589312"/>
                <a:ext cx="3224176" cy="3224176"/>
              </a:xfrm>
              <a:prstGeom prst="rect">
                <a:avLst/>
              </a:prstGeom>
              <a:effectLst>
                <a:glow rad="190500">
                  <a:srgbClr val="C80D3F">
                    <a:alpha val="40000"/>
                  </a:srgbClr>
                </a:glow>
              </a:effectLst>
            </p:spPr>
          </p:pic>
        </mc:Fallback>
      </mc:AlternateContent>
      <mc:AlternateContent xmlns:mc="http://schemas.openxmlformats.org/markup-compatibility/2006">
        <mc:Choice xmlns:am3d="http://schemas.microsoft.com/office/drawing/2017/model3d" Requires="am3d">
          <p:graphicFrame>
            <p:nvGraphicFramePr>
              <p:cNvPr id="9012" name="!!Boot3D" descr="3D-модель ботинка с высокой шнуровкой"/>
              <p:cNvGraphicFramePr>
                <a:graphicFrameLocks noGrp="1" noChangeAspect="1"/>
              </p:cNvGraphicFramePr>
              <p:nvPr/>
            </p:nvGraphicFramePr>
            <p:xfrm>
              <a:off x="27509724" y="8764524"/>
              <a:ext cx="4873752" cy="4873752"/>
            </p:xfrm>
            <a:graphic>
              <a:graphicData uri="http://schemas.microsoft.com/office/drawing/2017/model3d">
                <am3d:model3d r:embed="rId4">
                  <am3d:spPr>
                    <a:xfrm>
                      <a:off x="27509724" y="8764524"/>
                      <a:ext cx="4873752" cy="4873752"/>
                    </a:xfrm>
                    <a:prstGeom prst="rect">
                      <a:avLst/>
                    </a:prstGeom>
                    <a:effectLst>
                      <a:glow rad="190500">
                        <a:srgbClr val="C80D3F">
                          <a:alpha val="40000"/>
                        </a:srgbClr>
                      </a:glow>
                    </a:effectLst>
                  </am3d:spPr>
                  <am3d:camera>
                    <am3d:pos x="0" y="0" z="52000000"/>
                    <am3d:up dx="0" dy="36000000" dz="0"/>
                    <am3d:lookAt x="0" y="0" z="0"/>
                    <am3d:perspective fov="2700000"/>
                  </am3d:camera>
                  <am3d:trans>
                    <am3d:meterPerModelUnit n="1000000" d="1000000"/>
                    <am3d:preTrans dx="0" dy="0" dz="0"/>
                    <am3d:scale>
                      <am3d:sx n="1000000" d="1000000"/>
                      <am3d:sy n="1000000" d="1000000"/>
                      <am3d:sz n="1000000" d="1000000"/>
                    </am3d:scale>
                    <am3d:rot ax="2400000" ay="9600000" az="1800000"/>
                    <am3d:postTrans dx="0" dy="0" dz="0"/>
                  </am3d:trans>
                  <am3d:raster rName="Office3DRenderer" rVer="16.0.8326">
                    <am3d:blip r:embed="rId5"/>
                  </am3d:raster>
                  <am3d:objViewport viewportSz="4873752"/>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9012" name="!!Boot3D" descr="3D-модель ботинка с высокой шнуровкой"/>
              <p:cNvPicPr>
                <a:picLocks noGrp="1" noRot="1" noChangeAspect="1" noMove="1" noResize="1" noEditPoints="1" noAdjustHandles="1" noChangeArrowheads="1" noChangeShapeType="1" noCrop="1"/>
              </p:cNvPicPr>
              <p:nvPr/>
            </p:nvPicPr>
            <p:blipFill>
              <a:blip r:embed="rId5"/>
              <a:stretch>
                <a:fillRect/>
              </a:stretch>
            </p:blipFill>
            <p:spPr>
              <a:xfrm>
                <a:off x="27509724" y="8764524"/>
                <a:ext cx="4873752" cy="4873752"/>
              </a:xfrm>
              <a:prstGeom prst="rect">
                <a:avLst/>
              </a:prstGeom>
              <a:effectLst>
                <a:glow rad="190500">
                  <a:srgbClr val="C80D3F">
                    <a:alpha val="40000"/>
                  </a:srgbClr>
                </a:glow>
              </a:effectLst>
            </p:spPr>
          </p:pic>
        </mc:Fallback>
      </mc:AlternateContent>
      <mc:AlternateContent xmlns:mc="http://schemas.openxmlformats.org/markup-compatibility/2006">
        <mc:Choice xmlns:am3d="http://schemas.microsoft.com/office/drawing/2017/model3d" Requires="am3d">
          <p:graphicFrame>
            <p:nvGraphicFramePr>
              <p:cNvPr id="9022" name="!!Braces3D" descr="3D-модель подтяжек"/>
              <p:cNvGraphicFramePr>
                <a:graphicFrameLocks noGrp="1" noChangeAspect="1"/>
              </p:cNvGraphicFramePr>
              <p:nvPr/>
            </p:nvGraphicFramePr>
            <p:xfrm>
              <a:off x="-7735824" y="10094976"/>
              <a:ext cx="4498848" cy="4498848"/>
            </p:xfrm>
            <a:graphic>
              <a:graphicData uri="http://schemas.microsoft.com/office/drawing/2017/model3d">
                <am3d:model3d r:embed="rId6">
                  <am3d:spPr>
                    <a:xfrm>
                      <a:off x="-7735824" y="10094976"/>
                      <a:ext cx="4498848" cy="4498848"/>
                    </a:xfrm>
                    <a:prstGeom prst="rect">
                      <a:avLst/>
                    </a:prstGeom>
                    <a:effectLst>
                      <a:glow rad="190500">
                        <a:srgbClr val="C80D3F">
                          <a:alpha val="40000"/>
                        </a:srgbClr>
                      </a:glow>
                    </a:effectLst>
                  </am3d:spPr>
                  <am3d:camera>
                    <am3d:pos x="0" y="0" z="52000000"/>
                    <am3d:up dx="0" dy="36000000" dz="0"/>
                    <am3d:lookAt x="0" y="0" z="0"/>
                    <am3d:perspective fov="2700000"/>
                  </am3d:camera>
                  <am3d:trans>
                    <am3d:meterPerModelUnit n="1000000" d="1000000"/>
                    <am3d:preTrans dx="0" dy="0" dz="0"/>
                    <am3d:scale>
                      <am3d:sx n="1000000" d="1000000"/>
                      <am3d:sy n="1000000" d="1000000"/>
                      <am3d:sz n="1000000" d="1000000"/>
                    </am3d:scale>
                    <am3d:rot ax="19800000" ay="12000000" az="20400000"/>
                    <am3d:postTrans dx="0" dy="0" dz="0"/>
                  </am3d:trans>
                  <am3d:raster rName="Office3DRenderer" rVer="16.0.8326">
                    <am3d:blip r:embed="rId7"/>
                  </am3d:raster>
                  <am3d:objViewport viewportSz="4498848"/>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9022" name="!!Braces3D" descr="3D-модель подтяжек"/>
              <p:cNvPicPr>
                <a:picLocks noGrp="1" noRot="1" noChangeAspect="1" noMove="1" noResize="1" noEditPoints="1" noAdjustHandles="1" noChangeArrowheads="1" noChangeShapeType="1" noCrop="1"/>
              </p:cNvPicPr>
              <p:nvPr/>
            </p:nvPicPr>
            <p:blipFill>
              <a:blip r:embed="rId7"/>
              <a:stretch>
                <a:fillRect/>
              </a:stretch>
            </p:blipFill>
            <p:spPr>
              <a:xfrm>
                <a:off x="-7735824" y="10094976"/>
                <a:ext cx="4498848" cy="4498848"/>
              </a:xfrm>
              <a:prstGeom prst="rect">
                <a:avLst/>
              </a:prstGeom>
              <a:effectLst>
                <a:glow rad="190500">
                  <a:srgbClr val="C80D3F">
                    <a:alpha val="40000"/>
                  </a:srgbClr>
                </a:glow>
              </a:effectLst>
            </p:spPr>
          </p:pic>
        </mc:Fallback>
      </mc:AlternateContent>
      <mc:AlternateContent xmlns:mc="http://schemas.openxmlformats.org/markup-compatibility/2006">
        <mc:Choice xmlns:am3d="http://schemas.microsoft.com/office/drawing/2017/model3d" Requires="am3d">
          <p:graphicFrame>
            <p:nvGraphicFramePr>
              <p:cNvPr id="9032" name="!!Vinyl3D" descr="3D-модель виниловой пластинки ска"/>
              <p:cNvGraphicFramePr>
                <a:graphicFrameLocks noGrp="1" noChangeAspect="1"/>
              </p:cNvGraphicFramePr>
              <p:nvPr/>
            </p:nvGraphicFramePr>
            <p:xfrm>
              <a:off x="19778472" y="-7653528"/>
              <a:ext cx="5248656" cy="5248656"/>
            </p:xfrm>
            <a:graphic>
              <a:graphicData uri="http://schemas.microsoft.com/office/drawing/2017/model3d">
                <am3d:model3d r:embed="rId8">
                  <am3d:spPr>
                    <a:xfrm>
                      <a:off x="19778472" y="-7653528"/>
                      <a:ext cx="5248656" cy="5248656"/>
                    </a:xfrm>
                    <a:prstGeom prst="rect">
                      <a:avLst/>
                    </a:prstGeom>
                    <a:effectLst>
                      <a:glow rad="190500">
                        <a:srgbClr val="C80D3F">
                          <a:alpha val="40000"/>
                        </a:srgbClr>
                      </a:glow>
                    </a:effectLst>
                  </am3d:spPr>
                  <am3d:camera>
                    <am3d:pos x="0" y="0" z="52000000"/>
                    <am3d:up dx="0" dy="36000000" dz="0"/>
                    <am3d:lookAt x="0" y="0" z="0"/>
                    <am3d:perspective fov="2700000"/>
                  </am3d:camera>
                  <am3d:trans>
                    <am3d:meterPerModelUnit n="1000000" d="1000000"/>
                    <am3d:preTrans dx="0" dy="0" dz="0"/>
                    <am3d:scale>
                      <am3d:sx n="1000000" d="1000000"/>
                      <am3d:sy n="1000000" d="1000000"/>
                      <am3d:sz n="1000000" d="1000000"/>
                    </am3d:scale>
                    <am3d:rot ax="4200000" ay="14400000" az="0"/>
                    <am3d:postTrans dx="0" dy="0" dz="0"/>
                  </am3d:trans>
                  <am3d:raster rName="Office3DRenderer" rVer="16.0.8326">
                    <am3d:blip r:embed="rId9"/>
                  </am3d:raster>
                  <am3d:objViewport viewportSz="5248656"/>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9032" name="!!Vinyl3D" descr="3D-модель виниловой пластинки ска"/>
              <p:cNvPicPr>
                <a:picLocks noGrp="1" noRot="1" noChangeAspect="1" noMove="1" noResize="1" noEditPoints="1" noAdjustHandles="1" noChangeArrowheads="1" noChangeShapeType="1" noCrop="1"/>
              </p:cNvPicPr>
              <p:nvPr/>
            </p:nvPicPr>
            <p:blipFill>
              <a:blip r:embed="rId9"/>
              <a:stretch>
                <a:fillRect/>
              </a:stretch>
            </p:blipFill>
            <p:spPr>
              <a:xfrm>
                <a:off x="19778472" y="-7653528"/>
                <a:ext cx="5248656" cy="5248656"/>
              </a:xfrm>
              <a:prstGeom prst="rect">
                <a:avLst/>
              </a:prstGeom>
              <a:effectLst>
                <a:glow rad="190500">
                  <a:srgbClr val="C80D3F">
                    <a:alpha val="40000"/>
                  </a:srgbClr>
                </a:glow>
              </a:effectLst>
            </p:spPr>
          </p:pic>
        </mc:Fallback>
      </mc:AlternateContent>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4" fill="hold">
                            <p:stCondLst>
                              <p:cond delay="0"/>
                            </p:stCondLst>
                            <p:childTnLst>
                              <p:par>
                                <p:cTn id="4" presetID="42" presetClass="entr" presetSubtype="0" fill="hold" nodeType="withEffect">
                                  <p:stCondLst>
                                    <p:cond delay="500"/>
                                  </p:stCondLst>
                                  <p:childTnLst>
                                    <p:set>
                                      <p:cBhvr>
                                        <p:cTn id="5" dur="1" fill="hold">
                                          <p:stCondLst>
                                            <p:cond delay="0"/>
                                          </p:stCondLst>
                                        </p:cTn>
                                        <p:tgtEl>
                                          <p:spTgt spid="499"/>
                                        </p:tgtEl>
                                        <p:attrNameLst>
                                          <p:attrName>style.visibility</p:attrName>
                                        </p:attrNameLst>
                                      </p:cBhvr>
                                      <p:to>
                                        <p:strVal val="visible"/>
                                      </p:to>
                                    </p:set>
                                    <p:animEffect transition="in" filter="fade">
                                      <p:cBhvr>
                                        <p:cTn id="6" dur="1200"/>
                                        <p:tgtEl>
                                          <p:spTgt spid="499"/>
                                        </p:tgtEl>
                                      </p:cBhvr>
                                    </p:animEffect>
                                    <p:anim calcmode="lin" valueType="num">
                                      <p:cBhvr>
                                        <p:cTn id="7" dur="1200" decel="100000" fill="hold"/>
                                        <p:tgtEl>
                                          <p:spTgt spid="499"/>
                                        </p:tgtEl>
                                        <p:attrNameLst>
                                          <p:attrName>ppt_x</p:attrName>
                                        </p:attrNameLst>
                                      </p:cBhvr>
                                      <p:tavLst>
                                        <p:tav tm="0">
                                          <p:val>
                                            <p:strVal val="#ppt_x"/>
                                          </p:val>
                                        </p:tav>
                                        <p:tav tm="100000">
                                          <p:val>
                                            <p:strVal val="#ppt_x"/>
                                          </p:val>
                                        </p:tav>
                                      </p:tavLst>
                                    </p:anim>
                                    <p:anim calcmode="lin" valueType="num">
                                      <p:cBhvr>
                                        <p:cTn id="8" dur="1200" decel="100000" fill="hold"/>
                                        <p:tgtEl>
                                          <p:spTgt spid="499"/>
                                        </p:tgtEl>
                                        <p:attrNameLst>
                                          <p:attrName>ppt_y</p:attrName>
                                        </p:attrNameLst>
                                      </p:cBhvr>
                                      <p:tavLst>
                                        <p:tav tm="0">
                                          <p:val>
                                            <p:strVal val="#ppt_y+.1"/>
                                          </p:val>
                                        </p:tav>
                                        <p:tav tm="100000">
                                          <p:val>
                                            <p:strVal val="#ppt_y"/>
                                          </p:val>
                                        </p:tav>
                                      </p:tavLst>
                                    </p:anim>
                                  </p:childTnLst>
                                </p:cTn>
                              </p:par>
                              <p:par>
                                <p:cTn id="9" presetID="42" presetClass="entr" presetSubtype="0" fill="hold" nodeType="withEffect">
                                  <p:stCondLst>
                                    <p:cond delay="680"/>
                                  </p:stCondLst>
                                  <p:childTnLst>
                                    <p:set>
                                      <p:cBhvr>
                                        <p:cTn id="10" dur="1" fill="hold">
                                          <p:stCondLst>
                                            <p:cond delay="0"/>
                                          </p:stCondLst>
                                        </p:cTn>
                                        <p:tgtEl>
                                          <p:spTgt spid="500"/>
                                        </p:tgtEl>
                                        <p:attrNameLst>
                                          <p:attrName>style.visibility</p:attrName>
                                        </p:attrNameLst>
                                      </p:cBhvr>
                                      <p:to>
                                        <p:strVal val="visible"/>
                                      </p:to>
                                    </p:set>
                                    <p:animEffect transition="in" filter="fade">
                                      <p:cBhvr>
                                        <p:cTn id="11" dur="1200"/>
                                        <p:tgtEl>
                                          <p:spTgt spid="500"/>
                                        </p:tgtEl>
                                      </p:cBhvr>
                                    </p:animEffect>
                                    <p:anim calcmode="lin" valueType="num">
                                      <p:cBhvr>
                                        <p:cTn id="12" dur="1200" decel="100000" fill="hold"/>
                                        <p:tgtEl>
                                          <p:spTgt spid="500"/>
                                        </p:tgtEl>
                                        <p:attrNameLst>
                                          <p:attrName>ppt_x</p:attrName>
                                        </p:attrNameLst>
                                      </p:cBhvr>
                                      <p:tavLst>
                                        <p:tav tm="0">
                                          <p:val>
                                            <p:strVal val="#ppt_x"/>
                                          </p:val>
                                        </p:tav>
                                        <p:tav tm="100000">
                                          <p:val>
                                            <p:strVal val="#ppt_x"/>
                                          </p:val>
                                        </p:tav>
                                      </p:tavLst>
                                    </p:anim>
                                    <p:anim calcmode="lin" valueType="num">
                                      <p:cBhvr>
                                        <p:cTn id="13" dur="1200" decel="100000" fill="hold"/>
                                        <p:tgtEl>
                                          <p:spTgt spid="50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1" name="Placeholder Demo Text"/>
          <p:cNvSpPr txBox="1"/>
          <p:nvPr/>
        </p:nvSpPr>
        <p:spPr>
          <a:xfrm>
            <a:off x="1427164" y="3115241"/>
            <a:ext cx="12985524" cy="256480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1" tIns="50801" rIns="50801" bIns="50801">
            <a:spAutoFit/>
          </a:bodyPr>
          <a:lstStyle>
            <a:lvl1pPr algn="l">
              <a:defRPr sz="8000" b="0">
                <a:solidFill>
                  <a:srgbClr val="242423"/>
                </a:solidFill>
                <a:latin typeface="Montserrat Bold"/>
                <a:ea typeface="Montserrat Bold"/>
                <a:cs typeface="Montserrat Bold"/>
                <a:sym typeface="Montserrat Bold"/>
              </a:defRPr>
            </a:lvl1pPr>
          </a:lstStyle>
          <a:p>
            <a:r>
              <a:rPr lang="ru-RU" b="1" dirty="0">
                <a:solidFill>
                  <a:schemeClr val="accent1"/>
                </a:solidFill>
                <a:latin typeface="Arial" panose="020B0604020202020204" pitchFamily="34" charset="0"/>
                <a:cs typeface="Arial" panose="020B0604020202020204" pitchFamily="34" charset="0"/>
              </a:rPr>
              <a:t>История</a:t>
            </a:r>
            <a:br>
              <a:rPr lang="ru-RU" b="1" dirty="0">
                <a:solidFill>
                  <a:schemeClr val="accent1"/>
                </a:solidFill>
                <a:latin typeface="Arial" panose="020B0604020202020204" pitchFamily="34" charset="0"/>
                <a:cs typeface="Arial" panose="020B0604020202020204" pitchFamily="34" charset="0"/>
              </a:rPr>
            </a:br>
            <a:r>
              <a:rPr lang="ru-RU" b="1" dirty="0">
                <a:solidFill>
                  <a:schemeClr val="accent1"/>
                </a:solidFill>
                <a:latin typeface="Arial" panose="020B0604020202020204" pitchFamily="34" charset="0"/>
                <a:cs typeface="Arial" panose="020B0604020202020204" pitchFamily="34" charset="0"/>
              </a:rPr>
              <a:t>возникновения</a:t>
            </a:r>
            <a:endParaRPr lang="ru-RU" b="1" dirty="0">
              <a:solidFill>
                <a:schemeClr val="accent1"/>
              </a:solidFill>
              <a:latin typeface="Arial" panose="020B0604020202020204" pitchFamily="34" charset="0"/>
              <a:cs typeface="Arial" panose="020B0604020202020204" pitchFamily="34" charset="0"/>
            </a:endParaRPr>
          </a:p>
        </p:txBody>
      </p:sp>
      <p:sp>
        <p:nvSpPr>
          <p:cNvPr id="712" name="Lorem ipsum dolor sit amet, consectetur adipiscing elit, sed do eiusmod tempor incididunt ut labore et dolore magna aliqua. Arcu dictum varius duis at consectetur lorem donec. Volutpat maecenas volutpat blandit aliquam. Egestas quis ipsum suspendisse ult"/>
          <p:cNvSpPr txBox="1"/>
          <p:nvPr/>
        </p:nvSpPr>
        <p:spPr>
          <a:xfrm>
            <a:off x="1478881" y="5918292"/>
            <a:ext cx="10713120" cy="616117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1" tIns="50801" rIns="50801" bIns="50801">
            <a:spAutoFit/>
          </a:bodyPr>
          <a:lstStyle>
            <a:lvl1pPr algn="l" defTabSz="457200">
              <a:lnSpc>
                <a:spcPct val="120000"/>
              </a:lnSpc>
              <a:defRPr sz="3000" b="0">
                <a:solidFill>
                  <a:srgbClr val="7F8189"/>
                </a:solidFill>
                <a:latin typeface="Arial"/>
                <a:ea typeface="Arial"/>
                <a:cs typeface="Arial"/>
                <a:sym typeface="Arial"/>
              </a:defRPr>
            </a:lvl1pPr>
          </a:lstStyle>
          <a:p>
            <a:pPr>
              <a:defRPr sz="3000" b="0">
                <a:solidFill>
                  <a:srgbClr val="7F8189"/>
                </a:solidFill>
                <a:latin typeface="Arial"/>
                <a:ea typeface="Arial"/>
                <a:cs typeface="Arial"/>
                <a:sym typeface="Arial"/>
              </a:defRPr>
            </a:pPr>
            <a:r>
              <a:rPr lang="ru-RU" sz="3000" dirty="0">
                <a:solidFill>
                  <a:schemeClr val="tx2"/>
                </a:solidFill>
                <a:latin typeface="Arial" panose="020B0604020202020204" pitchFamily="34" charset="0"/>
                <a:cs typeface="Arial" panose="020B0604020202020204" pitchFamily="34" charset="0"/>
              </a:rPr>
              <a:t>Скинхед-движение возникло в Великобритании среди молодых людей из рабочего класса.</a:t>
            </a:r>
            <a:endParaRPr lang="ru-RU" sz="3000" dirty="0">
              <a:solidFill>
                <a:schemeClr val="tx2"/>
              </a:solidFill>
              <a:latin typeface="Arial" panose="020B0604020202020204" pitchFamily="34" charset="0"/>
              <a:cs typeface="Arial" panose="020B0604020202020204" pitchFamily="34" charset="0"/>
            </a:endParaRPr>
          </a:p>
          <a:p>
            <a:pPr>
              <a:defRPr sz="3000" b="0">
                <a:solidFill>
                  <a:srgbClr val="7F8189"/>
                </a:solidFill>
                <a:latin typeface="Arial"/>
                <a:ea typeface="Arial"/>
                <a:cs typeface="Arial"/>
                <a:sym typeface="Arial"/>
              </a:defRPr>
            </a:pPr>
            <a:endParaRPr lang="ru-RU" sz="3000" dirty="0">
              <a:solidFill>
                <a:schemeClr val="tx2"/>
              </a:solidFill>
              <a:latin typeface="Arial" panose="020B0604020202020204" pitchFamily="34" charset="0"/>
              <a:cs typeface="Arial" panose="020B0604020202020204" pitchFamily="34" charset="0"/>
            </a:endParaRPr>
          </a:p>
          <a:p>
            <a:pPr>
              <a:defRPr sz="3000" b="0">
                <a:solidFill>
                  <a:srgbClr val="7F8189"/>
                </a:solidFill>
                <a:latin typeface="Arial"/>
                <a:ea typeface="Arial"/>
                <a:cs typeface="Arial"/>
                <a:sym typeface="Arial"/>
              </a:defRPr>
            </a:pPr>
            <a:r>
              <a:rPr lang="ru-RU" sz="3000" dirty="0">
                <a:solidFill>
                  <a:schemeClr val="tx2"/>
                </a:solidFill>
                <a:latin typeface="Arial" panose="020B0604020202020204" pitchFamily="34" charset="0"/>
                <a:cs typeface="Arial" panose="020B0604020202020204" pitchFamily="34" charset="0"/>
              </a:rPr>
              <a:t>На его формирование повлияли ямайская музыка, особенно ска и регги, а также британская уличная культура.</a:t>
            </a:r>
            <a:endParaRPr lang="ru-RU" sz="3000" dirty="0">
              <a:solidFill>
                <a:schemeClr val="tx2"/>
              </a:solidFill>
              <a:latin typeface="Arial" panose="020B0604020202020204" pitchFamily="34" charset="0"/>
              <a:cs typeface="Arial" panose="020B0604020202020204" pitchFamily="34" charset="0"/>
            </a:endParaRPr>
          </a:p>
        </p:txBody>
      </p:sp>
      <p:grpSp>
        <p:nvGrpSpPr>
          <p:cNvPr id="6" name="Group 5">
            <a:extLst>
              <a:ext uri="{FF2B5EF4-FFF2-40B4-BE49-F238E27FC236}">
                <a16:creationId xmlns:a16="http://schemas.microsoft.com/office/drawing/2014/main" id="{1D0A02CA-0FD4-E949-81B5-ED6D9C09DD0C}"/>
              </a:ext>
            </a:extLst>
          </p:cNvPr>
          <p:cNvGrpSpPr/>
          <p:nvPr/>
        </p:nvGrpSpPr>
        <p:grpSpPr>
          <a:xfrm>
            <a:off x="12882157" y="10639424"/>
            <a:ext cx="9571444" cy="1270001"/>
            <a:chOff x="12925699" y="9687876"/>
            <a:chExt cx="9571443" cy="1270001"/>
          </a:xfrm>
        </p:grpSpPr>
        <p:sp>
          <p:nvSpPr>
            <p:cNvPr id="728" name="Rounded Rectangle"/>
            <p:cNvSpPr/>
            <p:nvPr/>
          </p:nvSpPr>
          <p:spPr>
            <a:xfrm>
              <a:off x="12925699" y="9687876"/>
              <a:ext cx="9571443" cy="1270001"/>
            </a:xfrm>
            <a:prstGeom prst="roundRect">
              <a:avLst>
                <a:gd name="adj" fmla="val 30239"/>
              </a:avLst>
            </a:prstGeom>
            <a:solidFill>
              <a:schemeClr val="accent1"/>
            </a:solidFill>
            <a:ln w="12700" cap="flat">
              <a:noFill/>
              <a:miter lim="400000"/>
            </a:ln>
            <a:effectLst/>
          </p:spPr>
          <p:txBody>
            <a:bodyPr wrap="square" lIns="0" tIns="0" rIns="0" bIns="0" numCol="1" anchor="ctr">
              <a:noAutofit/>
            </a:bodyPr>
            <a:lstStyle/>
            <a:p>
              <a:pPr>
                <a:defRPr sz="3200" b="0">
                  <a:solidFill>
                    <a:srgbClr val="FFFFFF"/>
                  </a:solidFill>
                  <a:latin typeface="+mn-lt"/>
                  <a:ea typeface="+mn-ea"/>
                  <a:cs typeface="+mn-cs"/>
                  <a:sym typeface="Helvetica Neue Medium"/>
                </a:defRPr>
              </a:pPr>
              <a:endParaRPr sz="3200" dirty="0">
                <a:solidFill>
                  <a:schemeClr val="bg1">
                    <a:lumMod val="85000"/>
                  </a:schemeClr>
                </a:solidFill>
                <a:latin typeface="Arial Black" panose="020B0604020202020204" pitchFamily="34" charset="0"/>
                <a:cs typeface="Arial Black" panose="020B0604020202020204" pitchFamily="34" charset="0"/>
              </a:endParaRPr>
            </a:p>
          </p:txBody>
        </p:sp>
        <p:sp>
          <p:nvSpPr>
            <p:cNvPr id="729" name="Circle"/>
            <p:cNvSpPr/>
            <p:nvPr/>
          </p:nvSpPr>
          <p:spPr>
            <a:xfrm>
              <a:off x="13303601" y="10029733"/>
              <a:ext cx="560888" cy="560887"/>
            </a:xfrm>
            <a:prstGeom prst="ellipse">
              <a:avLst/>
            </a:prstGeom>
            <a:solidFill>
              <a:schemeClr val="bg2"/>
            </a:solidFill>
            <a:ln w="12700" cap="flat">
              <a:noFill/>
              <a:miter lim="400000"/>
            </a:ln>
            <a:effectLst/>
          </p:spPr>
          <p:txBody>
            <a:bodyPr wrap="square" lIns="0" tIns="0" rIns="0" bIns="0" numCol="1" anchor="ctr">
              <a:noAutofit/>
            </a:bodyPr>
            <a:lstStyle/>
            <a:p>
              <a:pPr>
                <a:defRPr sz="3200" b="0">
                  <a:solidFill>
                    <a:srgbClr val="FFFFFF"/>
                  </a:solidFill>
                  <a:latin typeface="+mn-lt"/>
                  <a:ea typeface="+mn-ea"/>
                  <a:cs typeface="+mn-cs"/>
                  <a:sym typeface="Helvetica Neue Medium"/>
                </a:defRPr>
              </a:pPr>
              <a:endParaRPr sz="3200" dirty="0">
                <a:solidFill>
                  <a:schemeClr val="bg1">
                    <a:lumMod val="85000"/>
                  </a:schemeClr>
                </a:solidFill>
                <a:latin typeface="Arial Black" panose="020B0604020202020204" pitchFamily="34" charset="0"/>
                <a:cs typeface="Arial Black" panose="020B0604020202020204" pitchFamily="34" charset="0"/>
              </a:endParaRPr>
            </a:p>
          </p:txBody>
        </p:sp>
        <p:sp>
          <p:nvSpPr>
            <p:cNvPr id="730" name="Graphic 48"/>
            <p:cNvSpPr/>
            <p:nvPr/>
          </p:nvSpPr>
          <p:spPr>
            <a:xfrm>
              <a:off x="13469455" y="10225312"/>
              <a:ext cx="254579" cy="169728"/>
            </a:xfrm>
            <a:custGeom>
              <a:avLst/>
              <a:gdLst/>
              <a:ahLst/>
              <a:cxnLst>
                <a:cxn ang="0">
                  <a:pos x="wd2" y="hd2"/>
                </a:cxn>
                <a:cxn ang="5400000">
                  <a:pos x="wd2" y="hd2"/>
                </a:cxn>
                <a:cxn ang="10800000">
                  <a:pos x="wd2" y="hd2"/>
                </a:cxn>
                <a:cxn ang="16200000">
                  <a:pos x="wd2" y="hd2"/>
                </a:cxn>
              </a:cxnLst>
              <a:rect l="0" t="0" r="r" b="b"/>
              <a:pathLst>
                <a:path w="21186" h="20985" extrusionOk="0">
                  <a:moveTo>
                    <a:pt x="10679" y="20063"/>
                  </a:moveTo>
                  <a:lnTo>
                    <a:pt x="20565" y="5375"/>
                  </a:lnTo>
                  <a:cubicBezTo>
                    <a:pt x="21393" y="4146"/>
                    <a:pt x="21393" y="2152"/>
                    <a:pt x="20565" y="923"/>
                  </a:cubicBezTo>
                  <a:cubicBezTo>
                    <a:pt x="19738" y="-307"/>
                    <a:pt x="18396" y="-307"/>
                    <a:pt x="17568" y="923"/>
                  </a:cubicBezTo>
                  <a:lnTo>
                    <a:pt x="9181" y="13386"/>
                  </a:lnTo>
                  <a:lnTo>
                    <a:pt x="3618" y="5119"/>
                  </a:lnTo>
                  <a:cubicBezTo>
                    <a:pt x="2790" y="3889"/>
                    <a:pt x="1448" y="3889"/>
                    <a:pt x="621" y="5119"/>
                  </a:cubicBezTo>
                  <a:cubicBezTo>
                    <a:pt x="-207" y="6349"/>
                    <a:pt x="-207" y="8342"/>
                    <a:pt x="621" y="9572"/>
                  </a:cubicBezTo>
                  <a:lnTo>
                    <a:pt x="7682" y="20063"/>
                  </a:lnTo>
                  <a:cubicBezTo>
                    <a:pt x="8509" y="21292"/>
                    <a:pt x="9851" y="21293"/>
                    <a:pt x="10678" y="20064"/>
                  </a:cubicBezTo>
                  <a:lnTo>
                    <a:pt x="10679" y="20063"/>
                  </a:lnTo>
                  <a:close/>
                </a:path>
              </a:pathLst>
            </a:custGeom>
            <a:solidFill>
              <a:schemeClr val="accent3"/>
            </a:solidFill>
            <a:ln w="12700" cap="flat">
              <a:noFill/>
              <a:miter lim="400000"/>
            </a:ln>
            <a:effectLst/>
          </p:spPr>
          <p:txBody>
            <a:bodyPr wrap="square" lIns="45718" tIns="45718" rIns="45718" bIns="45718" numCol="1" anchor="ctr">
              <a:noAutofit/>
            </a:bodyPr>
            <a:lstStyle/>
            <a:p>
              <a:pPr>
                <a:defRPr sz="3200" b="0">
                  <a:solidFill>
                    <a:srgbClr val="FFFFFF"/>
                  </a:solidFill>
                  <a:latin typeface="+mn-lt"/>
                  <a:ea typeface="+mn-ea"/>
                  <a:cs typeface="+mn-cs"/>
                  <a:sym typeface="Helvetica Neue Medium"/>
                </a:defRPr>
              </a:pPr>
              <a:endParaRPr sz="3200" dirty="0">
                <a:solidFill>
                  <a:schemeClr val="bg1">
                    <a:lumMod val="85000"/>
                  </a:schemeClr>
                </a:solidFill>
                <a:latin typeface="Arial Black" panose="020B0604020202020204" pitchFamily="34" charset="0"/>
                <a:cs typeface="Arial Black" panose="020B0604020202020204" pitchFamily="34" charset="0"/>
              </a:endParaRPr>
            </a:p>
          </p:txBody>
        </p:sp>
        <p:sp>
          <p:nvSpPr>
            <p:cNvPr id="732" name="Lorem ipsum dolor sit amet, consectetur adipiscing elit, sed do eiusmod tempor incididunt ut labore et dolore magna."/>
            <p:cNvSpPr txBox="1"/>
            <p:nvPr/>
          </p:nvSpPr>
          <p:spPr>
            <a:xfrm>
              <a:off x="14263368" y="9901641"/>
              <a:ext cx="7776219" cy="878063"/>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1" tIns="50801" rIns="50801" bIns="50801" numCol="1" anchor="t">
              <a:spAutoFit/>
            </a:bodyPr>
            <a:lstStyle>
              <a:lvl1pPr algn="l" defTabSz="457200">
                <a:lnSpc>
                  <a:spcPct val="120000"/>
                </a:lnSpc>
                <a:defRPr sz="2800" b="0">
                  <a:solidFill>
                    <a:srgbClr val="7F8189"/>
                  </a:solidFill>
                  <a:latin typeface="Arial"/>
                  <a:ea typeface="Arial"/>
                  <a:cs typeface="Arial"/>
                  <a:sym typeface="Arial"/>
                </a:defRPr>
              </a:lvl1pPr>
            </a:lstStyle>
            <a:p>
              <a:r>
                <a:rPr lang="ru-RU" sz="2800" b="1" dirty="0">
                  <a:solidFill>
                    <a:schemeClr val="bg1"/>
                  </a:solidFill>
                  <a:latin typeface="Arial" panose="020B0604020202020204" pitchFamily="34" charset="0"/>
                  <a:cs typeface="Arial" panose="020B0604020202020204" pitchFamily="34" charset="0"/>
                </a:rPr>
                <a:t>Британская уличная культура</a:t>
              </a:r>
              <a:endParaRPr lang="ru-RU" sz="2800" b="1" dirty="0">
                <a:solidFill>
                  <a:schemeClr val="bg1"/>
                </a:solidFill>
                <a:latin typeface="Arial" panose="020B0604020202020204" pitchFamily="34" charset="0"/>
                <a:cs typeface="Arial" panose="020B0604020202020204" pitchFamily="34" charset="0"/>
              </a:endParaRPr>
            </a:p>
          </p:txBody>
        </p:sp>
      </p:grpSp>
      <p:grpSp>
        <p:nvGrpSpPr>
          <p:cNvPr id="7" name="Group 5">
            <a:extLst>
              <a:ext uri="{FF2B5EF4-FFF2-40B4-BE49-F238E27FC236}">
                <a16:creationId xmlns:a16="http://schemas.microsoft.com/office/drawing/2014/main" id="{A0D39575-B121-2CE6-D045-8F944A968B6D}"/>
              </a:ext>
            </a:extLst>
          </p:cNvPr>
          <p:cNvGrpSpPr/>
          <p:nvPr/>
        </p:nvGrpSpPr>
        <p:grpSpPr>
          <a:xfrm>
            <a:off x="12873908" y="5936248"/>
            <a:ext cx="9579692" cy="1270001"/>
            <a:chOff x="12925699" y="9687876"/>
            <a:chExt cx="9579693" cy="1270001"/>
          </a:xfrm>
        </p:grpSpPr>
        <p:sp>
          <p:nvSpPr>
            <p:cNvPr id="8" name="Rounded Rectangle">
              <a:extLst>
                <a:ext uri="{FF2B5EF4-FFF2-40B4-BE49-F238E27FC236}">
                  <a16:creationId xmlns:a16="http://schemas.microsoft.com/office/drawing/2014/main" id="{36203196-3D13-D800-8EC9-772A54CCD46D}"/>
                </a:ext>
              </a:extLst>
            </p:cNvPr>
            <p:cNvSpPr/>
            <p:nvPr/>
          </p:nvSpPr>
          <p:spPr>
            <a:xfrm>
              <a:off x="12925699" y="9687876"/>
              <a:ext cx="9571443" cy="1270001"/>
            </a:xfrm>
            <a:prstGeom prst="roundRect">
              <a:avLst>
                <a:gd name="adj" fmla="val 30239"/>
              </a:avLst>
            </a:prstGeom>
            <a:solidFill>
              <a:schemeClr val="accent1"/>
            </a:solidFill>
            <a:ln w="12700" cap="flat">
              <a:noFill/>
              <a:miter lim="400000"/>
            </a:ln>
            <a:effectLst/>
          </p:spPr>
          <p:txBody>
            <a:bodyPr wrap="square" lIns="0" tIns="0" rIns="0" bIns="0" numCol="1" anchor="ctr">
              <a:noAutofit/>
            </a:bodyPr>
            <a:lstStyle/>
            <a:p>
              <a:pPr>
                <a:defRPr sz="3200" b="0">
                  <a:solidFill>
                    <a:srgbClr val="FFFFFF"/>
                  </a:solidFill>
                  <a:latin typeface="+mn-lt"/>
                  <a:ea typeface="+mn-ea"/>
                  <a:cs typeface="+mn-cs"/>
                  <a:sym typeface="Helvetica Neue Medium"/>
                </a:defRPr>
              </a:pPr>
              <a:endParaRPr sz="3200" dirty="0">
                <a:solidFill>
                  <a:schemeClr val="accent2"/>
                </a:solidFill>
                <a:latin typeface="Arial Black" panose="020B0604020202020204" pitchFamily="34" charset="0"/>
                <a:cs typeface="Arial Black" panose="020B0604020202020204" pitchFamily="34" charset="0"/>
              </a:endParaRPr>
            </a:p>
          </p:txBody>
        </p:sp>
        <p:sp>
          <p:nvSpPr>
            <p:cNvPr id="9" name="Circle">
              <a:extLst>
                <a:ext uri="{FF2B5EF4-FFF2-40B4-BE49-F238E27FC236}">
                  <a16:creationId xmlns:a16="http://schemas.microsoft.com/office/drawing/2014/main" id="{ABBAA21B-5C8C-A754-2B30-FA2801FF3AC2}"/>
                </a:ext>
              </a:extLst>
            </p:cNvPr>
            <p:cNvSpPr/>
            <p:nvPr/>
          </p:nvSpPr>
          <p:spPr>
            <a:xfrm>
              <a:off x="13303601" y="10029733"/>
              <a:ext cx="560888" cy="560887"/>
            </a:xfrm>
            <a:prstGeom prst="ellipse">
              <a:avLst/>
            </a:prstGeom>
            <a:solidFill>
              <a:schemeClr val="bg2"/>
            </a:solidFill>
            <a:ln w="12700" cap="flat">
              <a:noFill/>
              <a:miter lim="400000"/>
            </a:ln>
            <a:effectLst/>
          </p:spPr>
          <p:txBody>
            <a:bodyPr wrap="square" lIns="0" tIns="0" rIns="0" bIns="0" numCol="1" anchor="ctr">
              <a:noAutofit/>
            </a:bodyPr>
            <a:lstStyle/>
            <a:p>
              <a:pPr>
                <a:defRPr sz="3200" b="0">
                  <a:solidFill>
                    <a:srgbClr val="FFFFFF"/>
                  </a:solidFill>
                  <a:latin typeface="+mn-lt"/>
                  <a:ea typeface="+mn-ea"/>
                  <a:cs typeface="+mn-cs"/>
                  <a:sym typeface="Helvetica Neue Medium"/>
                </a:defRPr>
              </a:pPr>
              <a:endParaRPr sz="3200" dirty="0">
                <a:solidFill>
                  <a:schemeClr val="bg1">
                    <a:lumMod val="85000"/>
                  </a:schemeClr>
                </a:solidFill>
                <a:latin typeface="Arial Black" panose="020B0604020202020204" pitchFamily="34" charset="0"/>
                <a:cs typeface="Arial Black" panose="020B0604020202020204" pitchFamily="34" charset="0"/>
              </a:endParaRPr>
            </a:p>
          </p:txBody>
        </p:sp>
        <p:sp>
          <p:nvSpPr>
            <p:cNvPr id="10" name="Graphic 48">
              <a:extLst>
                <a:ext uri="{FF2B5EF4-FFF2-40B4-BE49-F238E27FC236}">
                  <a16:creationId xmlns:a16="http://schemas.microsoft.com/office/drawing/2014/main" id="{FA88ECB9-7006-86F0-E41B-54354CB6F796}"/>
                </a:ext>
              </a:extLst>
            </p:cNvPr>
            <p:cNvSpPr/>
            <p:nvPr/>
          </p:nvSpPr>
          <p:spPr>
            <a:xfrm>
              <a:off x="13469455" y="10225312"/>
              <a:ext cx="254579" cy="169728"/>
            </a:xfrm>
            <a:custGeom>
              <a:avLst/>
              <a:gdLst/>
              <a:ahLst/>
              <a:cxnLst>
                <a:cxn ang="0">
                  <a:pos x="wd2" y="hd2"/>
                </a:cxn>
                <a:cxn ang="5400000">
                  <a:pos x="wd2" y="hd2"/>
                </a:cxn>
                <a:cxn ang="10800000">
                  <a:pos x="wd2" y="hd2"/>
                </a:cxn>
                <a:cxn ang="16200000">
                  <a:pos x="wd2" y="hd2"/>
                </a:cxn>
              </a:cxnLst>
              <a:rect l="0" t="0" r="r" b="b"/>
              <a:pathLst>
                <a:path w="21186" h="20985" extrusionOk="0">
                  <a:moveTo>
                    <a:pt x="10679" y="20063"/>
                  </a:moveTo>
                  <a:lnTo>
                    <a:pt x="20565" y="5375"/>
                  </a:lnTo>
                  <a:cubicBezTo>
                    <a:pt x="21393" y="4146"/>
                    <a:pt x="21393" y="2152"/>
                    <a:pt x="20565" y="923"/>
                  </a:cubicBezTo>
                  <a:cubicBezTo>
                    <a:pt x="19738" y="-307"/>
                    <a:pt x="18396" y="-307"/>
                    <a:pt x="17568" y="923"/>
                  </a:cubicBezTo>
                  <a:lnTo>
                    <a:pt x="9181" y="13386"/>
                  </a:lnTo>
                  <a:lnTo>
                    <a:pt x="3618" y="5119"/>
                  </a:lnTo>
                  <a:cubicBezTo>
                    <a:pt x="2790" y="3889"/>
                    <a:pt x="1448" y="3889"/>
                    <a:pt x="621" y="5119"/>
                  </a:cubicBezTo>
                  <a:cubicBezTo>
                    <a:pt x="-207" y="6349"/>
                    <a:pt x="-207" y="8342"/>
                    <a:pt x="621" y="9572"/>
                  </a:cubicBezTo>
                  <a:lnTo>
                    <a:pt x="7682" y="20063"/>
                  </a:lnTo>
                  <a:cubicBezTo>
                    <a:pt x="8509" y="21292"/>
                    <a:pt x="9851" y="21293"/>
                    <a:pt x="10678" y="20064"/>
                  </a:cubicBezTo>
                  <a:lnTo>
                    <a:pt x="10679" y="20063"/>
                  </a:lnTo>
                  <a:close/>
                </a:path>
              </a:pathLst>
            </a:custGeom>
            <a:solidFill>
              <a:schemeClr val="accent3"/>
            </a:solidFill>
            <a:ln w="12700" cap="flat">
              <a:noFill/>
              <a:miter lim="400000"/>
            </a:ln>
            <a:effectLst/>
          </p:spPr>
          <p:txBody>
            <a:bodyPr wrap="square" lIns="45718" tIns="45718" rIns="45718" bIns="45718" numCol="1" anchor="ctr">
              <a:noAutofit/>
            </a:bodyPr>
            <a:lstStyle/>
            <a:p>
              <a:pPr>
                <a:defRPr sz="3200" b="0">
                  <a:solidFill>
                    <a:srgbClr val="FFFFFF"/>
                  </a:solidFill>
                  <a:latin typeface="+mn-lt"/>
                  <a:ea typeface="+mn-ea"/>
                  <a:cs typeface="+mn-cs"/>
                  <a:sym typeface="Helvetica Neue Medium"/>
                </a:defRPr>
              </a:pPr>
              <a:endParaRPr sz="3200" dirty="0">
                <a:solidFill>
                  <a:schemeClr val="accent1">
                    <a:lumMod val="60000"/>
                    <a:lumOff val="40000"/>
                  </a:schemeClr>
                </a:solidFill>
                <a:latin typeface="Arial Black" panose="020B0604020202020204" pitchFamily="34" charset="0"/>
                <a:cs typeface="Arial Black" panose="020B0604020202020204" pitchFamily="34" charset="0"/>
              </a:endParaRPr>
            </a:p>
          </p:txBody>
        </p:sp>
        <p:sp>
          <p:nvSpPr>
            <p:cNvPr id="11" name="Lorem ipsum dolor sit amet, consectetur adipiscing elit, sed do eiusmod tempor incididunt ut labore et dolore magna.">
              <a:extLst>
                <a:ext uri="{FF2B5EF4-FFF2-40B4-BE49-F238E27FC236}">
                  <a16:creationId xmlns:a16="http://schemas.microsoft.com/office/drawing/2014/main" id="{987C6AE1-7BFF-4D3C-2550-95908BB7BE55}"/>
                </a:ext>
              </a:extLst>
            </p:cNvPr>
            <p:cNvSpPr txBox="1"/>
            <p:nvPr/>
          </p:nvSpPr>
          <p:spPr>
            <a:xfrm>
              <a:off x="14263368" y="9901641"/>
              <a:ext cx="8242024" cy="878063"/>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1" tIns="50801" rIns="50801" bIns="50801" numCol="1" anchor="t">
              <a:spAutoFit/>
            </a:bodyPr>
            <a:lstStyle>
              <a:lvl1pPr algn="l" defTabSz="457200">
                <a:lnSpc>
                  <a:spcPct val="120000"/>
                </a:lnSpc>
                <a:defRPr sz="2800" b="0">
                  <a:solidFill>
                    <a:srgbClr val="7F8189"/>
                  </a:solidFill>
                  <a:latin typeface="Arial"/>
                  <a:ea typeface="Arial"/>
                  <a:cs typeface="Arial"/>
                  <a:sym typeface="Arial"/>
                </a:defRPr>
              </a:lvl1pPr>
            </a:lstStyle>
            <a:p>
              <a:r>
                <a:rPr lang="ru-RU" sz="2800" b="1" dirty="0">
                  <a:solidFill>
                    <a:schemeClr val="bg1"/>
                  </a:solidFill>
                  <a:latin typeface="Arial" panose="020B0604020202020204" pitchFamily="34" charset="0"/>
                  <a:cs typeface="Arial" panose="020B0604020202020204" pitchFamily="34" charset="0"/>
                </a:rPr>
                <a:t>Рабочий класс Великобритании</a:t>
              </a:r>
              <a:endParaRPr lang="ru-RU" sz="2800" b="1" dirty="0">
                <a:solidFill>
                  <a:schemeClr val="bg1"/>
                </a:solidFill>
                <a:latin typeface="Arial" panose="020B0604020202020204" pitchFamily="34" charset="0"/>
                <a:cs typeface="Arial" panose="020B0604020202020204" pitchFamily="34" charset="0"/>
              </a:endParaRPr>
            </a:p>
          </p:txBody>
        </p:sp>
      </p:grpSp>
      <p:grpSp>
        <p:nvGrpSpPr>
          <p:cNvPr id="14" name="Group 5">
            <a:extLst>
              <a:ext uri="{FF2B5EF4-FFF2-40B4-BE49-F238E27FC236}">
                <a16:creationId xmlns:a16="http://schemas.microsoft.com/office/drawing/2014/main" id="{26B48C60-0915-8246-94A0-B9AF7374AAFA}"/>
              </a:ext>
            </a:extLst>
          </p:cNvPr>
          <p:cNvGrpSpPr/>
          <p:nvPr/>
        </p:nvGrpSpPr>
        <p:grpSpPr>
          <a:xfrm>
            <a:off x="12873907" y="7503974"/>
            <a:ext cx="9737297" cy="1270001"/>
            <a:chOff x="12925699" y="9687876"/>
            <a:chExt cx="9737297" cy="1270001"/>
          </a:xfrm>
        </p:grpSpPr>
        <p:sp>
          <p:nvSpPr>
            <p:cNvPr id="15" name="Rounded Rectangle">
              <a:extLst>
                <a:ext uri="{FF2B5EF4-FFF2-40B4-BE49-F238E27FC236}">
                  <a16:creationId xmlns:a16="http://schemas.microsoft.com/office/drawing/2014/main" id="{553EB297-DD7F-A936-1161-70CAB74A52F1}"/>
                </a:ext>
              </a:extLst>
            </p:cNvPr>
            <p:cNvSpPr/>
            <p:nvPr/>
          </p:nvSpPr>
          <p:spPr>
            <a:xfrm>
              <a:off x="12925699" y="9687876"/>
              <a:ext cx="9571443" cy="1270001"/>
            </a:xfrm>
            <a:prstGeom prst="roundRect">
              <a:avLst>
                <a:gd name="adj" fmla="val 30239"/>
              </a:avLst>
            </a:prstGeom>
            <a:solidFill>
              <a:schemeClr val="accent1"/>
            </a:solidFill>
            <a:ln w="12700" cap="flat">
              <a:noFill/>
              <a:miter lim="400000"/>
            </a:ln>
            <a:effectLst/>
          </p:spPr>
          <p:txBody>
            <a:bodyPr wrap="square" lIns="0" tIns="0" rIns="0" bIns="0" numCol="1" anchor="ctr">
              <a:noAutofit/>
            </a:bodyPr>
            <a:lstStyle/>
            <a:p>
              <a:pPr>
                <a:defRPr sz="3200" b="0">
                  <a:solidFill>
                    <a:srgbClr val="FFFFFF"/>
                  </a:solidFill>
                  <a:latin typeface="+mn-lt"/>
                  <a:ea typeface="+mn-ea"/>
                  <a:cs typeface="+mn-cs"/>
                  <a:sym typeface="Helvetica Neue Medium"/>
                </a:defRPr>
              </a:pPr>
              <a:endParaRPr sz="3200" dirty="0">
                <a:solidFill>
                  <a:schemeClr val="bg1">
                    <a:lumMod val="85000"/>
                  </a:schemeClr>
                </a:solidFill>
                <a:latin typeface="Arial Black" panose="020B0604020202020204" pitchFamily="34" charset="0"/>
                <a:cs typeface="Arial Black" panose="020B0604020202020204" pitchFamily="34" charset="0"/>
              </a:endParaRPr>
            </a:p>
          </p:txBody>
        </p:sp>
        <p:sp>
          <p:nvSpPr>
            <p:cNvPr id="16" name="Circle">
              <a:extLst>
                <a:ext uri="{FF2B5EF4-FFF2-40B4-BE49-F238E27FC236}">
                  <a16:creationId xmlns:a16="http://schemas.microsoft.com/office/drawing/2014/main" id="{728AC7EA-2132-CAAF-8071-6193DDD73E17}"/>
                </a:ext>
              </a:extLst>
            </p:cNvPr>
            <p:cNvSpPr/>
            <p:nvPr/>
          </p:nvSpPr>
          <p:spPr>
            <a:xfrm>
              <a:off x="13303601" y="10029733"/>
              <a:ext cx="560888" cy="560887"/>
            </a:xfrm>
            <a:prstGeom prst="ellipse">
              <a:avLst/>
            </a:prstGeom>
            <a:solidFill>
              <a:schemeClr val="bg2"/>
            </a:solidFill>
            <a:ln w="12700" cap="flat">
              <a:noFill/>
              <a:miter lim="400000"/>
            </a:ln>
            <a:effectLst/>
          </p:spPr>
          <p:txBody>
            <a:bodyPr wrap="square" lIns="0" tIns="0" rIns="0" bIns="0" numCol="1" anchor="ctr">
              <a:noAutofit/>
            </a:bodyPr>
            <a:lstStyle/>
            <a:p>
              <a:pPr>
                <a:defRPr sz="3200" b="0">
                  <a:solidFill>
                    <a:srgbClr val="FFFFFF"/>
                  </a:solidFill>
                  <a:latin typeface="+mn-lt"/>
                  <a:ea typeface="+mn-ea"/>
                  <a:cs typeface="+mn-cs"/>
                  <a:sym typeface="Helvetica Neue Medium"/>
                </a:defRPr>
              </a:pPr>
              <a:endParaRPr sz="3200" dirty="0">
                <a:solidFill>
                  <a:schemeClr val="bg1">
                    <a:lumMod val="85000"/>
                  </a:schemeClr>
                </a:solidFill>
                <a:latin typeface="Arial Black" panose="020B0604020202020204" pitchFamily="34" charset="0"/>
                <a:cs typeface="Arial Black" panose="020B0604020202020204" pitchFamily="34" charset="0"/>
              </a:endParaRPr>
            </a:p>
          </p:txBody>
        </p:sp>
        <p:sp>
          <p:nvSpPr>
            <p:cNvPr id="17" name="Graphic 48">
              <a:extLst>
                <a:ext uri="{FF2B5EF4-FFF2-40B4-BE49-F238E27FC236}">
                  <a16:creationId xmlns:a16="http://schemas.microsoft.com/office/drawing/2014/main" id="{F02EBACC-6EC0-D95E-D377-E67F2B4292D6}"/>
                </a:ext>
              </a:extLst>
            </p:cNvPr>
            <p:cNvSpPr/>
            <p:nvPr/>
          </p:nvSpPr>
          <p:spPr>
            <a:xfrm>
              <a:off x="13469455" y="10225312"/>
              <a:ext cx="254579" cy="169728"/>
            </a:xfrm>
            <a:custGeom>
              <a:avLst/>
              <a:gdLst/>
              <a:ahLst/>
              <a:cxnLst>
                <a:cxn ang="0">
                  <a:pos x="wd2" y="hd2"/>
                </a:cxn>
                <a:cxn ang="5400000">
                  <a:pos x="wd2" y="hd2"/>
                </a:cxn>
                <a:cxn ang="10800000">
                  <a:pos x="wd2" y="hd2"/>
                </a:cxn>
                <a:cxn ang="16200000">
                  <a:pos x="wd2" y="hd2"/>
                </a:cxn>
              </a:cxnLst>
              <a:rect l="0" t="0" r="r" b="b"/>
              <a:pathLst>
                <a:path w="21186" h="20985" extrusionOk="0">
                  <a:moveTo>
                    <a:pt x="10679" y="20063"/>
                  </a:moveTo>
                  <a:lnTo>
                    <a:pt x="20565" y="5375"/>
                  </a:lnTo>
                  <a:cubicBezTo>
                    <a:pt x="21393" y="4146"/>
                    <a:pt x="21393" y="2152"/>
                    <a:pt x="20565" y="923"/>
                  </a:cubicBezTo>
                  <a:cubicBezTo>
                    <a:pt x="19738" y="-307"/>
                    <a:pt x="18396" y="-307"/>
                    <a:pt x="17568" y="923"/>
                  </a:cubicBezTo>
                  <a:lnTo>
                    <a:pt x="9181" y="13386"/>
                  </a:lnTo>
                  <a:lnTo>
                    <a:pt x="3618" y="5119"/>
                  </a:lnTo>
                  <a:cubicBezTo>
                    <a:pt x="2790" y="3889"/>
                    <a:pt x="1448" y="3889"/>
                    <a:pt x="621" y="5119"/>
                  </a:cubicBezTo>
                  <a:cubicBezTo>
                    <a:pt x="-207" y="6349"/>
                    <a:pt x="-207" y="8342"/>
                    <a:pt x="621" y="9572"/>
                  </a:cubicBezTo>
                  <a:lnTo>
                    <a:pt x="7682" y="20063"/>
                  </a:lnTo>
                  <a:cubicBezTo>
                    <a:pt x="8509" y="21292"/>
                    <a:pt x="9851" y="21293"/>
                    <a:pt x="10678" y="20064"/>
                  </a:cubicBezTo>
                  <a:lnTo>
                    <a:pt x="10679" y="20063"/>
                  </a:lnTo>
                  <a:close/>
                </a:path>
              </a:pathLst>
            </a:custGeom>
            <a:solidFill>
              <a:schemeClr val="accent3"/>
            </a:solidFill>
            <a:ln w="12700" cap="flat">
              <a:noFill/>
              <a:miter lim="400000"/>
            </a:ln>
            <a:effectLst/>
          </p:spPr>
          <p:txBody>
            <a:bodyPr wrap="square" lIns="45718" tIns="45718" rIns="45718" bIns="45718" numCol="1" anchor="ctr">
              <a:noAutofit/>
            </a:bodyPr>
            <a:lstStyle/>
            <a:p>
              <a:pPr>
                <a:defRPr sz="3200" b="0">
                  <a:solidFill>
                    <a:srgbClr val="FFFFFF"/>
                  </a:solidFill>
                  <a:latin typeface="+mn-lt"/>
                  <a:ea typeface="+mn-ea"/>
                  <a:cs typeface="+mn-cs"/>
                  <a:sym typeface="Helvetica Neue Medium"/>
                </a:defRPr>
              </a:pPr>
              <a:endParaRPr sz="3200" dirty="0">
                <a:solidFill>
                  <a:schemeClr val="bg1">
                    <a:lumMod val="85000"/>
                  </a:schemeClr>
                </a:solidFill>
                <a:latin typeface="Arial Black" panose="020B0604020202020204" pitchFamily="34" charset="0"/>
                <a:cs typeface="Arial Black" panose="020B0604020202020204" pitchFamily="34" charset="0"/>
              </a:endParaRPr>
            </a:p>
          </p:txBody>
        </p:sp>
        <p:sp>
          <p:nvSpPr>
            <p:cNvPr id="18" name="Lorem ipsum dolor sit amet, consectetur adipiscing elit, sed do eiusmod tempor incididunt ut labore et dolore magna.">
              <a:extLst>
                <a:ext uri="{FF2B5EF4-FFF2-40B4-BE49-F238E27FC236}">
                  <a16:creationId xmlns:a16="http://schemas.microsoft.com/office/drawing/2014/main" id="{50C1BF08-9B60-B310-54B1-9B9A15035CC2}"/>
                </a:ext>
              </a:extLst>
            </p:cNvPr>
            <p:cNvSpPr txBox="1"/>
            <p:nvPr/>
          </p:nvSpPr>
          <p:spPr>
            <a:xfrm>
              <a:off x="14263368" y="9901641"/>
              <a:ext cx="8399628" cy="878063"/>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1" tIns="50801" rIns="50801" bIns="50801" numCol="1" anchor="t">
              <a:spAutoFit/>
            </a:bodyPr>
            <a:lstStyle>
              <a:lvl1pPr algn="l" defTabSz="457200">
                <a:lnSpc>
                  <a:spcPct val="120000"/>
                </a:lnSpc>
                <a:defRPr sz="2800" b="0">
                  <a:solidFill>
                    <a:srgbClr val="7F8189"/>
                  </a:solidFill>
                  <a:latin typeface="Arial"/>
                  <a:ea typeface="Arial"/>
                  <a:cs typeface="Arial"/>
                  <a:sym typeface="Arial"/>
                </a:defRPr>
              </a:lvl1pPr>
            </a:lstStyle>
            <a:p>
              <a:r>
                <a:rPr lang="ru-RU" sz="2800" b="1" dirty="0">
                  <a:solidFill>
                    <a:schemeClr val="bg1"/>
                  </a:solidFill>
                  <a:latin typeface="Arial" panose="020B0604020202020204" pitchFamily="34" charset="0"/>
                  <a:cs typeface="Arial" panose="020B0604020202020204" pitchFamily="34" charset="0"/>
                </a:rPr>
                <a:t>Ямайская музыка ска</a:t>
              </a:r>
              <a:endParaRPr lang="ru-RU" sz="2800" b="1" dirty="0">
                <a:solidFill>
                  <a:schemeClr val="bg1"/>
                </a:solidFill>
                <a:latin typeface="Arial" panose="020B0604020202020204" pitchFamily="34" charset="0"/>
                <a:cs typeface="Arial" panose="020B0604020202020204" pitchFamily="34" charset="0"/>
              </a:endParaRPr>
            </a:p>
          </p:txBody>
        </p:sp>
      </p:grpSp>
      <p:grpSp>
        <p:nvGrpSpPr>
          <p:cNvPr id="19" name="Group 5">
            <a:extLst>
              <a:ext uri="{FF2B5EF4-FFF2-40B4-BE49-F238E27FC236}">
                <a16:creationId xmlns:a16="http://schemas.microsoft.com/office/drawing/2014/main" id="{9E451CA9-BCFB-1436-4B88-D9A3D5499E70}"/>
              </a:ext>
            </a:extLst>
          </p:cNvPr>
          <p:cNvGrpSpPr/>
          <p:nvPr/>
        </p:nvGrpSpPr>
        <p:grpSpPr>
          <a:xfrm>
            <a:off x="12873906" y="9071699"/>
            <a:ext cx="9579695" cy="1270001"/>
            <a:chOff x="12925699" y="9687876"/>
            <a:chExt cx="9579695" cy="1270001"/>
          </a:xfrm>
        </p:grpSpPr>
        <p:sp>
          <p:nvSpPr>
            <p:cNvPr id="20" name="Rounded Rectangle">
              <a:extLst>
                <a:ext uri="{FF2B5EF4-FFF2-40B4-BE49-F238E27FC236}">
                  <a16:creationId xmlns:a16="http://schemas.microsoft.com/office/drawing/2014/main" id="{FBFFCEA8-FC0D-E383-12AF-C42D6FB7F7E1}"/>
                </a:ext>
              </a:extLst>
            </p:cNvPr>
            <p:cNvSpPr/>
            <p:nvPr/>
          </p:nvSpPr>
          <p:spPr>
            <a:xfrm>
              <a:off x="12925699" y="9687876"/>
              <a:ext cx="9571443" cy="1270001"/>
            </a:xfrm>
            <a:prstGeom prst="roundRect">
              <a:avLst>
                <a:gd name="adj" fmla="val 30239"/>
              </a:avLst>
            </a:prstGeom>
            <a:solidFill>
              <a:schemeClr val="accent1"/>
            </a:solidFill>
            <a:ln w="12700" cap="flat">
              <a:noFill/>
              <a:miter lim="400000"/>
            </a:ln>
            <a:effectLst/>
          </p:spPr>
          <p:txBody>
            <a:bodyPr wrap="square" lIns="0" tIns="0" rIns="0" bIns="0" numCol="1" anchor="ctr">
              <a:noAutofit/>
            </a:bodyPr>
            <a:lstStyle/>
            <a:p>
              <a:pPr>
                <a:defRPr sz="3200" b="0">
                  <a:solidFill>
                    <a:srgbClr val="FFFFFF"/>
                  </a:solidFill>
                  <a:latin typeface="+mn-lt"/>
                  <a:ea typeface="+mn-ea"/>
                  <a:cs typeface="+mn-cs"/>
                  <a:sym typeface="Helvetica Neue Medium"/>
                </a:defRPr>
              </a:pPr>
              <a:endParaRPr sz="3200" dirty="0">
                <a:solidFill>
                  <a:schemeClr val="bg1">
                    <a:lumMod val="85000"/>
                  </a:schemeClr>
                </a:solidFill>
                <a:latin typeface="Arial Black" panose="020B0604020202020204" pitchFamily="34" charset="0"/>
                <a:cs typeface="Arial Black" panose="020B0604020202020204" pitchFamily="34" charset="0"/>
              </a:endParaRPr>
            </a:p>
          </p:txBody>
        </p:sp>
        <p:sp>
          <p:nvSpPr>
            <p:cNvPr id="21" name="Circle">
              <a:extLst>
                <a:ext uri="{FF2B5EF4-FFF2-40B4-BE49-F238E27FC236}">
                  <a16:creationId xmlns:a16="http://schemas.microsoft.com/office/drawing/2014/main" id="{63FFA1B6-0BCE-34A0-539E-745E102EBBA7}"/>
                </a:ext>
              </a:extLst>
            </p:cNvPr>
            <p:cNvSpPr/>
            <p:nvPr/>
          </p:nvSpPr>
          <p:spPr>
            <a:xfrm>
              <a:off x="13303601" y="10029733"/>
              <a:ext cx="560888" cy="560887"/>
            </a:xfrm>
            <a:prstGeom prst="ellipse">
              <a:avLst/>
            </a:prstGeom>
            <a:solidFill>
              <a:schemeClr val="bg2"/>
            </a:solidFill>
            <a:ln w="12700" cap="flat">
              <a:noFill/>
              <a:miter lim="400000"/>
            </a:ln>
            <a:effectLst/>
          </p:spPr>
          <p:txBody>
            <a:bodyPr wrap="square" lIns="0" tIns="0" rIns="0" bIns="0" numCol="1" anchor="ctr">
              <a:noAutofit/>
            </a:bodyPr>
            <a:lstStyle/>
            <a:p>
              <a:pPr>
                <a:defRPr sz="3200" b="0">
                  <a:solidFill>
                    <a:srgbClr val="FFFFFF"/>
                  </a:solidFill>
                  <a:latin typeface="+mn-lt"/>
                  <a:ea typeface="+mn-ea"/>
                  <a:cs typeface="+mn-cs"/>
                  <a:sym typeface="Helvetica Neue Medium"/>
                </a:defRPr>
              </a:pPr>
              <a:endParaRPr sz="3200" dirty="0">
                <a:solidFill>
                  <a:schemeClr val="bg1">
                    <a:lumMod val="85000"/>
                  </a:schemeClr>
                </a:solidFill>
                <a:latin typeface="Arial Black" panose="020B0604020202020204" pitchFamily="34" charset="0"/>
                <a:cs typeface="Arial Black" panose="020B0604020202020204" pitchFamily="34" charset="0"/>
              </a:endParaRPr>
            </a:p>
          </p:txBody>
        </p:sp>
        <p:sp>
          <p:nvSpPr>
            <p:cNvPr id="22" name="Graphic 48">
              <a:extLst>
                <a:ext uri="{FF2B5EF4-FFF2-40B4-BE49-F238E27FC236}">
                  <a16:creationId xmlns:a16="http://schemas.microsoft.com/office/drawing/2014/main" id="{E257FD2B-DB41-F198-7FB6-54183A462F48}"/>
                </a:ext>
              </a:extLst>
            </p:cNvPr>
            <p:cNvSpPr/>
            <p:nvPr/>
          </p:nvSpPr>
          <p:spPr>
            <a:xfrm>
              <a:off x="13469455" y="10225312"/>
              <a:ext cx="254579" cy="169728"/>
            </a:xfrm>
            <a:custGeom>
              <a:avLst/>
              <a:gdLst/>
              <a:ahLst/>
              <a:cxnLst>
                <a:cxn ang="0">
                  <a:pos x="wd2" y="hd2"/>
                </a:cxn>
                <a:cxn ang="5400000">
                  <a:pos x="wd2" y="hd2"/>
                </a:cxn>
                <a:cxn ang="10800000">
                  <a:pos x="wd2" y="hd2"/>
                </a:cxn>
                <a:cxn ang="16200000">
                  <a:pos x="wd2" y="hd2"/>
                </a:cxn>
              </a:cxnLst>
              <a:rect l="0" t="0" r="r" b="b"/>
              <a:pathLst>
                <a:path w="21186" h="20985" extrusionOk="0">
                  <a:moveTo>
                    <a:pt x="10679" y="20063"/>
                  </a:moveTo>
                  <a:lnTo>
                    <a:pt x="20565" y="5375"/>
                  </a:lnTo>
                  <a:cubicBezTo>
                    <a:pt x="21393" y="4146"/>
                    <a:pt x="21393" y="2152"/>
                    <a:pt x="20565" y="923"/>
                  </a:cubicBezTo>
                  <a:cubicBezTo>
                    <a:pt x="19738" y="-307"/>
                    <a:pt x="18396" y="-307"/>
                    <a:pt x="17568" y="923"/>
                  </a:cubicBezTo>
                  <a:lnTo>
                    <a:pt x="9181" y="13386"/>
                  </a:lnTo>
                  <a:lnTo>
                    <a:pt x="3618" y="5119"/>
                  </a:lnTo>
                  <a:cubicBezTo>
                    <a:pt x="2790" y="3889"/>
                    <a:pt x="1448" y="3889"/>
                    <a:pt x="621" y="5119"/>
                  </a:cubicBezTo>
                  <a:cubicBezTo>
                    <a:pt x="-207" y="6349"/>
                    <a:pt x="-207" y="8342"/>
                    <a:pt x="621" y="9572"/>
                  </a:cubicBezTo>
                  <a:lnTo>
                    <a:pt x="7682" y="20063"/>
                  </a:lnTo>
                  <a:cubicBezTo>
                    <a:pt x="8509" y="21292"/>
                    <a:pt x="9851" y="21293"/>
                    <a:pt x="10678" y="20064"/>
                  </a:cubicBezTo>
                  <a:lnTo>
                    <a:pt x="10679" y="20063"/>
                  </a:lnTo>
                  <a:close/>
                </a:path>
              </a:pathLst>
            </a:custGeom>
            <a:solidFill>
              <a:schemeClr val="accent3"/>
            </a:solidFill>
            <a:ln w="12700" cap="flat">
              <a:noFill/>
              <a:miter lim="400000"/>
            </a:ln>
            <a:effectLst/>
          </p:spPr>
          <p:txBody>
            <a:bodyPr wrap="square" lIns="45718" tIns="45718" rIns="45718" bIns="45718" numCol="1" anchor="ctr">
              <a:noAutofit/>
            </a:bodyPr>
            <a:lstStyle/>
            <a:p>
              <a:pPr>
                <a:defRPr sz="3200" b="0">
                  <a:solidFill>
                    <a:srgbClr val="FFFFFF"/>
                  </a:solidFill>
                  <a:latin typeface="+mn-lt"/>
                  <a:ea typeface="+mn-ea"/>
                  <a:cs typeface="+mn-cs"/>
                  <a:sym typeface="Helvetica Neue Medium"/>
                </a:defRPr>
              </a:pPr>
              <a:endParaRPr sz="3200" dirty="0">
                <a:solidFill>
                  <a:schemeClr val="bg1">
                    <a:lumMod val="85000"/>
                  </a:schemeClr>
                </a:solidFill>
                <a:latin typeface="Arial Black" panose="020B0604020202020204" pitchFamily="34" charset="0"/>
                <a:cs typeface="Arial Black" panose="020B0604020202020204" pitchFamily="34" charset="0"/>
              </a:endParaRPr>
            </a:p>
          </p:txBody>
        </p:sp>
        <p:sp>
          <p:nvSpPr>
            <p:cNvPr id="23" name="Lorem ipsum dolor sit amet, consectetur adipiscing elit, sed do eiusmod tempor incididunt ut labore et dolore magna.">
              <a:extLst>
                <a:ext uri="{FF2B5EF4-FFF2-40B4-BE49-F238E27FC236}">
                  <a16:creationId xmlns:a16="http://schemas.microsoft.com/office/drawing/2014/main" id="{A1213FC9-C9C7-EB64-FCB4-EE324047048D}"/>
                </a:ext>
              </a:extLst>
            </p:cNvPr>
            <p:cNvSpPr txBox="1"/>
            <p:nvPr/>
          </p:nvSpPr>
          <p:spPr>
            <a:xfrm>
              <a:off x="14263368" y="9901641"/>
              <a:ext cx="8242026" cy="878063"/>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1" tIns="50801" rIns="50801" bIns="50801" numCol="1" anchor="t">
              <a:spAutoFit/>
            </a:bodyPr>
            <a:lstStyle>
              <a:lvl1pPr algn="l" defTabSz="457200">
                <a:lnSpc>
                  <a:spcPct val="120000"/>
                </a:lnSpc>
                <a:defRPr sz="2800" b="0">
                  <a:solidFill>
                    <a:srgbClr val="7F8189"/>
                  </a:solidFill>
                  <a:latin typeface="Arial"/>
                  <a:ea typeface="Arial"/>
                  <a:cs typeface="Arial"/>
                  <a:sym typeface="Arial"/>
                </a:defRPr>
              </a:lvl1pPr>
            </a:lstStyle>
            <a:p>
              <a:r>
                <a:rPr lang="ru-RU" sz="2800" b="1" dirty="0">
                  <a:solidFill>
                    <a:schemeClr val="bg1"/>
                  </a:solidFill>
                  <a:latin typeface="Arial" panose="020B0604020202020204" pitchFamily="34" charset="0"/>
                  <a:cs typeface="Arial" panose="020B0604020202020204" pitchFamily="34" charset="0"/>
                </a:rPr>
                <a:t>Регги</a:t>
              </a:r>
              <a:endParaRPr lang="ru-RU" sz="2800" b="1" dirty="0">
                <a:solidFill>
                  <a:schemeClr val="bg1"/>
                </a:solidFill>
                <a:latin typeface="Arial" panose="020B0604020202020204" pitchFamily="34" charset="0"/>
                <a:cs typeface="Arial" panose="020B0604020202020204" pitchFamily="34" charset="0"/>
              </a:endParaRPr>
            </a:p>
          </p:txBody>
        </p:sp>
      </p:grpSp>
      <p:sp>
        <p:nvSpPr>
          <p:cNvPr id="28" name="Rectangle">
            <a:extLst>
              <a:ext uri="{FF2B5EF4-FFF2-40B4-BE49-F238E27FC236}">
                <a16:creationId xmlns:a16="http://schemas.microsoft.com/office/drawing/2014/main" id="{C7DCEE06-6640-4344-BDC6-675B5D8099B4}"/>
              </a:ext>
            </a:extLst>
          </p:cNvPr>
          <p:cNvSpPr/>
          <p:nvPr/>
        </p:nvSpPr>
        <p:spPr>
          <a:xfrm>
            <a:off x="1427163" y="2577132"/>
            <a:ext cx="3017521" cy="143978"/>
          </a:xfrm>
          <a:prstGeom prst="rect">
            <a:avLst/>
          </a:prstGeom>
          <a:solidFill>
            <a:schemeClr val="accent1"/>
          </a:solidFill>
          <a:ln w="12700" cap="flat">
            <a:noFill/>
            <a:miter lim="400000"/>
          </a:ln>
          <a:effectLst/>
        </p:spPr>
        <p:txBody>
          <a:bodyPr wrap="square" lIns="0" tIns="0" rIns="0" bIns="0" numCol="1" anchor="ctr">
            <a:noAutofit/>
          </a:bodyPr>
          <a:lstStyle/>
          <a:p>
            <a:pPr>
              <a:defRPr sz="3200" b="0">
                <a:solidFill>
                  <a:srgbClr val="FFFFFF"/>
                </a:solidFill>
                <a:latin typeface="+mn-lt"/>
                <a:ea typeface="+mn-ea"/>
                <a:cs typeface="+mn-cs"/>
                <a:sym typeface="Helvetica Neue Medium"/>
              </a:defRPr>
            </a:pPr>
            <a:endParaRPr sz="3200" dirty="0">
              <a:latin typeface="Arial Black" panose="020B0604020202020204" pitchFamily="34" charset="0"/>
              <a:cs typeface="Arial Black" panose="020B0604020202020204" pitchFamily="34" charset="0"/>
            </a:endParaRPr>
          </a:p>
        </p:txBody>
      </p:sp>
      <p:sp>
        <p:nvSpPr>
          <p:cNvPr id="29" name="Subtitle Text">
            <a:extLst>
              <a:ext uri="{FF2B5EF4-FFF2-40B4-BE49-F238E27FC236}">
                <a16:creationId xmlns:a16="http://schemas.microsoft.com/office/drawing/2014/main" id="{B392F508-A62B-4666-9E67-EDC774F1E307}"/>
              </a:ext>
            </a:extLst>
          </p:cNvPr>
          <p:cNvSpPr/>
          <p:nvPr/>
        </p:nvSpPr>
        <p:spPr>
          <a:xfrm>
            <a:off x="1427164" y="2266950"/>
            <a:ext cx="3322710" cy="337530"/>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1" tIns="50801" rIns="50801" bIns="50801" numCol="1" anchor="t">
            <a:spAutoFit/>
          </a:bodyPr>
          <a:lstStyle>
            <a:lvl1pPr algn="l" defTabSz="457200">
              <a:lnSpc>
                <a:spcPct val="120000"/>
              </a:lnSpc>
              <a:defRPr sz="1400" cap="all" spc="1120">
                <a:solidFill>
                  <a:srgbClr val="242423"/>
                </a:solidFill>
                <a:latin typeface="Arial"/>
                <a:ea typeface="Arial"/>
                <a:cs typeface="Arial"/>
                <a:sym typeface="Arial"/>
              </a:defRPr>
            </a:lvl1pPr>
          </a:lstStyle>
          <a:p>
            <a:r>
              <a:rPr lang="ru-RU" sz="1401" dirty="0">
                <a:solidFill>
                  <a:schemeClr val="accent1"/>
                </a:solidFill>
                <a:latin typeface="Arial" panose="020B0604020202020204" pitchFamily="34" charset="0"/>
                <a:cs typeface="Arial" panose="020B0604020202020204" pitchFamily="34" charset="0"/>
              </a:rPr>
              <a:t>История</a:t>
            </a:r>
            <a:endParaRPr lang="ru-RU" sz="1401" dirty="0">
              <a:solidFill>
                <a:schemeClr val="accent1"/>
              </a:solidFill>
              <a:latin typeface="Arial" panose="020B0604020202020204" pitchFamily="34" charset="0"/>
              <a:cs typeface="Arial" panose="020B0604020202020204" pitchFamily="34" charset="0"/>
            </a:endParaRPr>
          </a:p>
        </p:txBody>
      </p:sp>
      <p:sp>
        <p:nvSpPr>
          <p:cNvPr id="9001" name="!!Ring" descr="Светящееся кольцо"/>
          <p:cNvSpPr/>
          <p:nvPr/>
        </p:nvSpPr>
        <p:spPr>
          <a:xfrm>
            <a:off x="3474720" y="9235440"/>
            <a:ext cx="4023360" cy="4023360"/>
          </a:xfrm>
          <a:prstGeom prst="ellipse">
            <a:avLst/>
          </a:prstGeom>
          <a:noFill/>
          <a:ln w="76200">
            <a:solidFill>
              <a:srgbClr val="C80D3F"/>
            </a:solidFill>
          </a:ln>
          <a:effectLst>
            <a:glow rad="355600">
              <a:srgbClr val="C80D3F">
                <a:alpha val="55000"/>
              </a:srgbClr>
            </a:glow>
          </a:effectLst>
        </p:spPr>
      </p:sp>
      <mc:AlternateContent xmlns:mc="http://schemas.openxmlformats.org/markup-compatibility/2006">
        <mc:Choice xmlns:am3d="http://schemas.microsoft.com/office/drawing/2017/model3d" Requires="am3d">
          <p:graphicFrame>
            <p:nvGraphicFramePr>
              <p:cNvPr id="9002" name="!!Emblem3D" descr="3D-модель эмблемы Президентской академии"/>
              <p:cNvGraphicFramePr>
                <a:graphicFrameLocks noGrp="1" noChangeAspect="1"/>
              </p:cNvGraphicFramePr>
              <p:nvPr/>
            </p:nvGraphicFramePr>
            <p:xfrm>
              <a:off x="3836822" y="9597542"/>
              <a:ext cx="3299156" cy="3299156"/>
            </p:xfrm>
            <a:graphic>
              <a:graphicData uri="http://schemas.microsoft.com/office/drawing/2017/model3d">
                <am3d:model3d r:embed="rId2">
                  <am3d:spPr>
                    <a:xfrm>
                      <a:off x="3836822" y="9597542"/>
                      <a:ext cx="3299156" cy="3299156"/>
                    </a:xfrm>
                    <a:prstGeom prst="rect">
                      <a:avLst/>
                    </a:prstGeom>
                    <a:effectLst>
                      <a:glow rad="190500">
                        <a:srgbClr val="C80D3F">
                          <a:alpha val="40000"/>
                        </a:srgbClr>
                      </a:glow>
                    </a:effectLst>
                  </am3d:spPr>
                  <am3d:camera>
                    <am3d:pos x="0" y="0" z="52000000"/>
                    <am3d:up dx="0" dy="36000000" dz="0"/>
                    <am3d:lookAt x="0" y="0" z="0"/>
                    <am3d:perspective fov="2700000"/>
                  </am3d:camera>
                  <am3d:trans>
                    <am3d:meterPerModelUnit n="1000000" d="1000000"/>
                    <am3d:preTrans dx="0" dy="0" dz="0"/>
                    <am3d:scale>
                      <am3d:sx n="1000000" d="1000000"/>
                      <am3d:sy n="1000000" d="1000000"/>
                      <am3d:sz n="1000000" d="1000000"/>
                    </am3d:scale>
                    <am3d:rot ax="480000" ay="2100000" az="0"/>
                    <am3d:postTrans dx="0" dy="0" dz="0"/>
                  </am3d:trans>
                  <am3d:raster rName="Office3DRenderer" rVer="16.0.8326">
                    <am3d:blip r:embed="rId3"/>
                  </am3d:raster>
                  <am3d:objViewport viewportSz="3299156"/>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9002" name="!!Emblem3D" descr="3D-модель эмблемы Президентской академии"/>
              <p:cNvPicPr>
                <a:picLocks noGrp="1" noRot="1" noChangeAspect="1" noMove="1" noResize="1" noEditPoints="1" noAdjustHandles="1" noChangeArrowheads="1" noChangeShapeType="1" noCrop="1"/>
              </p:cNvPicPr>
              <p:nvPr/>
            </p:nvPicPr>
            <p:blipFill>
              <a:blip r:embed="rId3"/>
              <a:stretch>
                <a:fillRect/>
              </a:stretch>
            </p:blipFill>
            <p:spPr>
              <a:xfrm>
                <a:off x="3836822" y="9597542"/>
                <a:ext cx="3299156" cy="3299156"/>
              </a:xfrm>
              <a:prstGeom prst="rect">
                <a:avLst/>
              </a:prstGeom>
              <a:effectLst>
                <a:glow rad="190500">
                  <a:srgbClr val="C80D3F">
                    <a:alpha val="40000"/>
                  </a:srgbClr>
                </a:glow>
              </a:effectLst>
            </p:spPr>
          </p:pic>
        </mc:Fallback>
      </mc:AlternateContent>
      <mc:AlternateContent xmlns:mc="http://schemas.openxmlformats.org/markup-compatibility/2006">
        <mc:Choice xmlns:am3d="http://schemas.microsoft.com/office/drawing/2017/model3d" Requires="am3d">
          <p:graphicFrame>
            <p:nvGraphicFramePr>
              <p:cNvPr id="9012" name="!!Vinyl3D" descr="3D-модель виниловой пластинки ска"/>
              <p:cNvGraphicFramePr>
                <a:graphicFrameLocks noGrp="1" noChangeAspect="1"/>
              </p:cNvGraphicFramePr>
              <p:nvPr/>
            </p:nvGraphicFramePr>
            <p:xfrm>
              <a:off x="14624913" y="726033"/>
              <a:ext cx="4948734" cy="4948734"/>
            </p:xfrm>
            <a:graphic>
              <a:graphicData uri="http://schemas.microsoft.com/office/drawing/2017/model3d">
                <am3d:model3d r:embed="rId4">
                  <am3d:spPr>
                    <a:xfrm>
                      <a:off x="14624913" y="726033"/>
                      <a:ext cx="4948734" cy="4948734"/>
                    </a:xfrm>
                    <a:prstGeom prst="rect">
                      <a:avLst/>
                    </a:prstGeom>
                    <a:effectLst>
                      <a:glow rad="190500">
                        <a:srgbClr val="C80D3F">
                          <a:alpha val="40000"/>
                        </a:srgbClr>
                      </a:glow>
                    </a:effectLst>
                  </am3d:spPr>
                  <am3d:camera>
                    <am3d:pos x="0" y="0" z="52000000"/>
                    <am3d:up dx="0" dy="36000000" dz="0"/>
                    <am3d:lookAt x="0" y="0" z="0"/>
                    <am3d:perspective fov="2700000"/>
                  </am3d:camera>
                  <am3d:trans>
                    <am3d:meterPerModelUnit n="1000000" d="1000000"/>
                    <am3d:preTrans dx="0" dy="0" dz="0"/>
                    <am3d:scale>
                      <am3d:sx n="1000000" d="1000000"/>
                      <am3d:sy n="1000000" d="1000000"/>
                      <am3d:sz n="1000000" d="1000000"/>
                    </am3d:scale>
                    <am3d:rot ax="19920000" ay="1320000" az="0"/>
                    <am3d:postTrans dx="0" dy="0" dz="0"/>
                  </am3d:trans>
                  <am3d:raster rName="Office3DRenderer" rVer="16.0.8326">
                    <am3d:blip r:embed="rId5"/>
                  </am3d:raster>
                  <am3d:objViewport viewportSz="4948734"/>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9012" name="!!Vinyl3D" descr="3D-модель виниловой пластинки ска"/>
              <p:cNvPicPr>
                <a:picLocks noGrp="1" noRot="1" noChangeAspect="1" noMove="1" noResize="1" noEditPoints="1" noAdjustHandles="1" noChangeArrowheads="1" noChangeShapeType="1" noCrop="1"/>
              </p:cNvPicPr>
              <p:nvPr/>
            </p:nvPicPr>
            <p:blipFill>
              <a:blip r:embed="rId5"/>
              <a:stretch>
                <a:fillRect/>
              </a:stretch>
            </p:blipFill>
            <p:spPr>
              <a:xfrm>
                <a:off x="14624913" y="726033"/>
                <a:ext cx="4948734" cy="4948734"/>
              </a:xfrm>
              <a:prstGeom prst="rect">
                <a:avLst/>
              </a:prstGeom>
              <a:effectLst>
                <a:glow rad="190500">
                  <a:srgbClr val="C80D3F">
                    <a:alpha val="40000"/>
                  </a:srgbClr>
                </a:glow>
              </a:effectLst>
            </p:spPr>
          </p:pic>
        </mc:Fallback>
      </mc:AlternateContent>
      <mc:AlternateContent xmlns:mc="http://schemas.openxmlformats.org/markup-compatibility/2006">
        <mc:Choice xmlns:am3d="http://schemas.microsoft.com/office/drawing/2017/model3d" Requires="am3d">
          <p:graphicFrame>
            <p:nvGraphicFramePr>
              <p:cNvPr id="9022" name="!!Boot3D" descr="3D-модель ботинка с высокой шнуровкой"/>
              <p:cNvGraphicFramePr>
                <a:graphicFrameLocks noGrp="1" noChangeAspect="1"/>
              </p:cNvGraphicFramePr>
              <p:nvPr/>
            </p:nvGraphicFramePr>
            <p:xfrm>
              <a:off x="27509724" y="8764524"/>
              <a:ext cx="4873752" cy="4873752"/>
            </p:xfrm>
            <a:graphic>
              <a:graphicData uri="http://schemas.microsoft.com/office/drawing/2017/model3d">
                <am3d:model3d r:embed="rId6">
                  <am3d:spPr>
                    <a:xfrm>
                      <a:off x="27509724" y="8764524"/>
                      <a:ext cx="4873752" cy="4873752"/>
                    </a:xfrm>
                    <a:prstGeom prst="rect">
                      <a:avLst/>
                    </a:prstGeom>
                    <a:effectLst>
                      <a:glow rad="190500">
                        <a:srgbClr val="C80D3F">
                          <a:alpha val="40000"/>
                        </a:srgbClr>
                      </a:glow>
                    </a:effectLst>
                  </am3d:spPr>
                  <am3d:camera>
                    <am3d:pos x="0" y="0" z="52000000"/>
                    <am3d:up dx="0" dy="36000000" dz="0"/>
                    <am3d:lookAt x="0" y="0" z="0"/>
                    <am3d:perspective fov="2700000"/>
                  </am3d:camera>
                  <am3d:trans>
                    <am3d:meterPerModelUnit n="1000000" d="1000000"/>
                    <am3d:preTrans dx="0" dy="0" dz="0"/>
                    <am3d:scale>
                      <am3d:sx n="1000000" d="1000000"/>
                      <am3d:sy n="1000000" d="1000000"/>
                      <am3d:sz n="1000000" d="1000000"/>
                    </am3d:scale>
                    <am3d:rot ax="2400000" ay="9600000" az="1800000"/>
                    <am3d:postTrans dx="0" dy="0" dz="0"/>
                  </am3d:trans>
                  <am3d:raster rName="Office3DRenderer" rVer="16.0.8326">
                    <am3d:blip r:embed="rId7"/>
                  </am3d:raster>
                  <am3d:objViewport viewportSz="4873752"/>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9022" name="!!Boot3D" descr="3D-модель ботинка с высокой шнуровкой"/>
              <p:cNvPicPr>
                <a:picLocks noGrp="1" noRot="1" noChangeAspect="1" noMove="1" noResize="1" noEditPoints="1" noAdjustHandles="1" noChangeArrowheads="1" noChangeShapeType="1" noCrop="1"/>
              </p:cNvPicPr>
              <p:nvPr/>
            </p:nvPicPr>
            <p:blipFill>
              <a:blip r:embed="rId7"/>
              <a:stretch>
                <a:fillRect/>
              </a:stretch>
            </p:blipFill>
            <p:spPr>
              <a:xfrm>
                <a:off x="27509724" y="8764524"/>
                <a:ext cx="4873752" cy="4873752"/>
              </a:xfrm>
              <a:prstGeom prst="rect">
                <a:avLst/>
              </a:prstGeom>
              <a:effectLst>
                <a:glow rad="190500">
                  <a:srgbClr val="C80D3F">
                    <a:alpha val="40000"/>
                  </a:srgbClr>
                </a:glow>
              </a:effectLst>
            </p:spPr>
          </p:pic>
        </mc:Fallback>
      </mc:AlternateContent>
      <mc:AlternateContent xmlns:mc="http://schemas.openxmlformats.org/markup-compatibility/2006">
        <mc:Choice xmlns:am3d="http://schemas.microsoft.com/office/drawing/2017/model3d" Requires="am3d">
          <p:graphicFrame>
            <p:nvGraphicFramePr>
              <p:cNvPr id="9032" name="!!Braces3D" descr="3D-модель подтяжек"/>
              <p:cNvGraphicFramePr>
                <a:graphicFrameLocks noGrp="1" noChangeAspect="1"/>
              </p:cNvGraphicFramePr>
              <p:nvPr/>
            </p:nvGraphicFramePr>
            <p:xfrm>
              <a:off x="-7735824" y="10094976"/>
              <a:ext cx="4498848" cy="4498848"/>
            </p:xfrm>
            <a:graphic>
              <a:graphicData uri="http://schemas.microsoft.com/office/drawing/2017/model3d">
                <am3d:model3d r:embed="rId8">
                  <am3d:spPr>
                    <a:xfrm>
                      <a:off x="-7735824" y="10094976"/>
                      <a:ext cx="4498848" cy="4498848"/>
                    </a:xfrm>
                    <a:prstGeom prst="rect">
                      <a:avLst/>
                    </a:prstGeom>
                    <a:effectLst>
                      <a:glow rad="190500">
                        <a:srgbClr val="C80D3F">
                          <a:alpha val="40000"/>
                        </a:srgbClr>
                      </a:glow>
                    </a:effectLst>
                  </am3d:spPr>
                  <am3d:camera>
                    <am3d:pos x="0" y="0" z="52000000"/>
                    <am3d:up dx="0" dy="36000000" dz="0"/>
                    <am3d:lookAt x="0" y="0" z="0"/>
                    <am3d:perspective fov="2700000"/>
                  </am3d:camera>
                  <am3d:trans>
                    <am3d:meterPerModelUnit n="1000000" d="1000000"/>
                    <am3d:preTrans dx="0" dy="0" dz="0"/>
                    <am3d:scale>
                      <am3d:sx n="1000000" d="1000000"/>
                      <am3d:sy n="1000000" d="1000000"/>
                      <am3d:sz n="1000000" d="1000000"/>
                    </am3d:scale>
                    <am3d:rot ax="19800000" ay="12000000" az="20400000"/>
                    <am3d:postTrans dx="0" dy="0" dz="0"/>
                  </am3d:trans>
                  <am3d:raster rName="Office3DRenderer" rVer="16.0.8326">
                    <am3d:blip r:embed="rId9"/>
                  </am3d:raster>
                  <am3d:objViewport viewportSz="4498848"/>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9032" name="!!Braces3D" descr="3D-модель подтяжек"/>
              <p:cNvPicPr>
                <a:picLocks noGrp="1" noRot="1" noChangeAspect="1" noMove="1" noResize="1" noEditPoints="1" noAdjustHandles="1" noChangeArrowheads="1" noChangeShapeType="1" noCrop="1"/>
              </p:cNvPicPr>
              <p:nvPr/>
            </p:nvPicPr>
            <p:blipFill>
              <a:blip r:embed="rId9"/>
              <a:stretch>
                <a:fillRect/>
              </a:stretch>
            </p:blipFill>
            <p:spPr>
              <a:xfrm>
                <a:off x="-7735824" y="10094976"/>
                <a:ext cx="4498848" cy="4498848"/>
              </a:xfrm>
              <a:prstGeom prst="rect">
                <a:avLst/>
              </a:prstGeom>
              <a:effectLst>
                <a:glow rad="190500">
                  <a:srgbClr val="C80D3F">
                    <a:alpha val="40000"/>
                  </a:srgbClr>
                </a:glow>
              </a:effectLst>
            </p:spPr>
          </p:pic>
        </mc:Fallback>
      </mc:AlternateContent>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39" fill="hold">
                            <p:stCondLst>
                              <p:cond delay="0"/>
                            </p:stCondLst>
                            <p:childTnLst>
                              <p:par>
                                <p:cTn id="4" presetID="42" presetClass="entr" presetSubtype="0" fill="hold" nodeType="withEffect">
                                  <p:stCondLst>
                                    <p:cond delay="500"/>
                                  </p:stCondLst>
                                  <p:childTnLst>
                                    <p:set>
                                      <p:cBhvr>
                                        <p:cTn id="5" dur="1" fill="hold">
                                          <p:stCondLst>
                                            <p:cond delay="0"/>
                                          </p:stCondLst>
                                        </p:cTn>
                                        <p:tgtEl>
                                          <p:spTgt spid="711"/>
                                        </p:tgtEl>
                                        <p:attrNameLst>
                                          <p:attrName>style.visibility</p:attrName>
                                        </p:attrNameLst>
                                      </p:cBhvr>
                                      <p:to>
                                        <p:strVal val="visible"/>
                                      </p:to>
                                    </p:set>
                                    <p:animEffect transition="in" filter="fade">
                                      <p:cBhvr>
                                        <p:cTn id="6" dur="1200"/>
                                        <p:tgtEl>
                                          <p:spTgt spid="711"/>
                                        </p:tgtEl>
                                      </p:cBhvr>
                                    </p:animEffect>
                                    <p:anim calcmode="lin" valueType="num">
                                      <p:cBhvr>
                                        <p:cTn id="7" dur="1200" decel="100000" fill="hold"/>
                                        <p:tgtEl>
                                          <p:spTgt spid="711"/>
                                        </p:tgtEl>
                                        <p:attrNameLst>
                                          <p:attrName>ppt_x</p:attrName>
                                        </p:attrNameLst>
                                      </p:cBhvr>
                                      <p:tavLst>
                                        <p:tav tm="0">
                                          <p:val>
                                            <p:strVal val="#ppt_x"/>
                                          </p:val>
                                        </p:tav>
                                        <p:tav tm="100000">
                                          <p:val>
                                            <p:strVal val="#ppt_x"/>
                                          </p:val>
                                        </p:tav>
                                      </p:tavLst>
                                    </p:anim>
                                    <p:anim calcmode="lin" valueType="num">
                                      <p:cBhvr>
                                        <p:cTn id="8" dur="1200" decel="100000" fill="hold"/>
                                        <p:tgtEl>
                                          <p:spTgt spid="711"/>
                                        </p:tgtEl>
                                        <p:attrNameLst>
                                          <p:attrName>ppt_y</p:attrName>
                                        </p:attrNameLst>
                                      </p:cBhvr>
                                      <p:tavLst>
                                        <p:tav tm="0">
                                          <p:val>
                                            <p:strVal val="#ppt_y+.1"/>
                                          </p:val>
                                        </p:tav>
                                        <p:tav tm="100000">
                                          <p:val>
                                            <p:strVal val="#ppt_y"/>
                                          </p:val>
                                        </p:tav>
                                      </p:tavLst>
                                    </p:anim>
                                  </p:childTnLst>
                                </p:cTn>
                              </p:par>
                              <p:par>
                                <p:cTn id="9" presetID="42" presetClass="entr" presetSubtype="0" fill="hold" nodeType="withEffect">
                                  <p:stCondLst>
                                    <p:cond delay="680"/>
                                  </p:stCondLst>
                                  <p:childTnLst>
                                    <p:set>
                                      <p:cBhvr>
                                        <p:cTn id="10" dur="1" fill="hold">
                                          <p:stCondLst>
                                            <p:cond delay="0"/>
                                          </p:stCondLst>
                                        </p:cTn>
                                        <p:tgtEl>
                                          <p:spTgt spid="712"/>
                                        </p:tgtEl>
                                        <p:attrNameLst>
                                          <p:attrName>style.visibility</p:attrName>
                                        </p:attrNameLst>
                                      </p:cBhvr>
                                      <p:to>
                                        <p:strVal val="visible"/>
                                      </p:to>
                                    </p:set>
                                    <p:animEffect transition="in" filter="fade">
                                      <p:cBhvr>
                                        <p:cTn id="11" dur="1200"/>
                                        <p:tgtEl>
                                          <p:spTgt spid="712"/>
                                        </p:tgtEl>
                                      </p:cBhvr>
                                    </p:animEffect>
                                    <p:anim calcmode="lin" valueType="num">
                                      <p:cBhvr>
                                        <p:cTn id="12" dur="1200" decel="100000" fill="hold"/>
                                        <p:tgtEl>
                                          <p:spTgt spid="712"/>
                                        </p:tgtEl>
                                        <p:attrNameLst>
                                          <p:attrName>ppt_x</p:attrName>
                                        </p:attrNameLst>
                                      </p:cBhvr>
                                      <p:tavLst>
                                        <p:tav tm="0">
                                          <p:val>
                                            <p:strVal val="#ppt_x"/>
                                          </p:val>
                                        </p:tav>
                                        <p:tav tm="100000">
                                          <p:val>
                                            <p:strVal val="#ppt_x"/>
                                          </p:val>
                                        </p:tav>
                                      </p:tavLst>
                                    </p:anim>
                                    <p:anim calcmode="lin" valueType="num">
                                      <p:cBhvr>
                                        <p:cTn id="13" dur="1200" decel="100000" fill="hold"/>
                                        <p:tgtEl>
                                          <p:spTgt spid="712"/>
                                        </p:tgtEl>
                                        <p:attrNameLst>
                                          <p:attrName>ppt_y</p:attrName>
                                        </p:attrNameLst>
                                      </p:cBhvr>
                                      <p:tavLst>
                                        <p:tav tm="0">
                                          <p:val>
                                            <p:strVal val="#ppt_y+.1"/>
                                          </p:val>
                                        </p:tav>
                                        <p:tav tm="100000">
                                          <p:val>
                                            <p:strVal val="#ppt_y"/>
                                          </p:val>
                                        </p:tav>
                                      </p:tavLst>
                                    </p:anim>
                                  </p:childTnLst>
                                </p:cTn>
                              </p:par>
                              <p:par>
                                <p:cTn id="14" presetID="42" presetClass="entr" presetSubtype="0" fill="hold" nodeType="withEffect">
                                  <p:stCondLst>
                                    <p:cond delay="86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200"/>
                                        <p:tgtEl>
                                          <p:spTgt spid="6"/>
                                        </p:tgtEl>
                                      </p:cBhvr>
                                    </p:animEffect>
                                    <p:anim calcmode="lin" valueType="num">
                                      <p:cBhvr>
                                        <p:cTn id="17" dur="1200" decel="100000" fill="hold"/>
                                        <p:tgtEl>
                                          <p:spTgt spid="6"/>
                                        </p:tgtEl>
                                        <p:attrNameLst>
                                          <p:attrName>ppt_x</p:attrName>
                                        </p:attrNameLst>
                                      </p:cBhvr>
                                      <p:tavLst>
                                        <p:tav tm="0">
                                          <p:val>
                                            <p:strVal val="#ppt_x"/>
                                          </p:val>
                                        </p:tav>
                                        <p:tav tm="100000">
                                          <p:val>
                                            <p:strVal val="#ppt_x"/>
                                          </p:val>
                                        </p:tav>
                                      </p:tavLst>
                                    </p:anim>
                                    <p:anim calcmode="lin" valueType="num">
                                      <p:cBhvr>
                                        <p:cTn id="18" dur="1200" decel="100000" fill="hold"/>
                                        <p:tgtEl>
                                          <p:spTgt spid="6"/>
                                        </p:tgtEl>
                                        <p:attrNameLst>
                                          <p:attrName>ppt_y</p:attrName>
                                        </p:attrNameLst>
                                      </p:cBhvr>
                                      <p:tavLst>
                                        <p:tav tm="0">
                                          <p:val>
                                            <p:strVal val="#ppt_y+.1"/>
                                          </p:val>
                                        </p:tav>
                                        <p:tav tm="100000">
                                          <p:val>
                                            <p:strVal val="#ppt_y"/>
                                          </p:val>
                                        </p:tav>
                                      </p:tavLst>
                                    </p:anim>
                                  </p:childTnLst>
                                </p:cTn>
                              </p:par>
                              <p:par>
                                <p:cTn id="19" presetID="42" presetClass="entr" presetSubtype="0" fill="hold" nodeType="withEffect">
                                  <p:stCondLst>
                                    <p:cond delay="104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1200"/>
                                        <p:tgtEl>
                                          <p:spTgt spid="7"/>
                                        </p:tgtEl>
                                      </p:cBhvr>
                                    </p:animEffect>
                                    <p:anim calcmode="lin" valueType="num">
                                      <p:cBhvr>
                                        <p:cTn id="22" dur="1200" decel="100000" fill="hold"/>
                                        <p:tgtEl>
                                          <p:spTgt spid="7"/>
                                        </p:tgtEl>
                                        <p:attrNameLst>
                                          <p:attrName>ppt_x</p:attrName>
                                        </p:attrNameLst>
                                      </p:cBhvr>
                                      <p:tavLst>
                                        <p:tav tm="0">
                                          <p:val>
                                            <p:strVal val="#ppt_x"/>
                                          </p:val>
                                        </p:tav>
                                        <p:tav tm="100000">
                                          <p:val>
                                            <p:strVal val="#ppt_x"/>
                                          </p:val>
                                        </p:tav>
                                      </p:tavLst>
                                    </p:anim>
                                    <p:anim calcmode="lin" valueType="num">
                                      <p:cBhvr>
                                        <p:cTn id="23" dur="1200" decel="100000" fill="hold"/>
                                        <p:tgtEl>
                                          <p:spTgt spid="7"/>
                                        </p:tgtEl>
                                        <p:attrNameLst>
                                          <p:attrName>ppt_y</p:attrName>
                                        </p:attrNameLst>
                                      </p:cBhvr>
                                      <p:tavLst>
                                        <p:tav tm="0">
                                          <p:val>
                                            <p:strVal val="#ppt_y+.1"/>
                                          </p:val>
                                        </p:tav>
                                        <p:tav tm="100000">
                                          <p:val>
                                            <p:strVal val="#ppt_y"/>
                                          </p:val>
                                        </p:tav>
                                      </p:tavLst>
                                    </p:anim>
                                  </p:childTnLst>
                                </p:cTn>
                              </p:par>
                              <p:par>
                                <p:cTn id="24" presetID="42" presetClass="entr" presetSubtype="0" fill="hold" nodeType="withEffect">
                                  <p:stCondLst>
                                    <p:cond delay="122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1200"/>
                                        <p:tgtEl>
                                          <p:spTgt spid="14"/>
                                        </p:tgtEl>
                                      </p:cBhvr>
                                    </p:animEffect>
                                    <p:anim calcmode="lin" valueType="num">
                                      <p:cBhvr>
                                        <p:cTn id="27" dur="1200" decel="100000" fill="hold"/>
                                        <p:tgtEl>
                                          <p:spTgt spid="14"/>
                                        </p:tgtEl>
                                        <p:attrNameLst>
                                          <p:attrName>ppt_x</p:attrName>
                                        </p:attrNameLst>
                                      </p:cBhvr>
                                      <p:tavLst>
                                        <p:tav tm="0">
                                          <p:val>
                                            <p:strVal val="#ppt_x"/>
                                          </p:val>
                                        </p:tav>
                                        <p:tav tm="100000">
                                          <p:val>
                                            <p:strVal val="#ppt_x"/>
                                          </p:val>
                                        </p:tav>
                                      </p:tavLst>
                                    </p:anim>
                                    <p:anim calcmode="lin" valueType="num">
                                      <p:cBhvr>
                                        <p:cTn id="28" dur="1200" decel="100000" fill="hold"/>
                                        <p:tgtEl>
                                          <p:spTgt spid="14"/>
                                        </p:tgtEl>
                                        <p:attrNameLst>
                                          <p:attrName>ppt_y</p:attrName>
                                        </p:attrNameLst>
                                      </p:cBhvr>
                                      <p:tavLst>
                                        <p:tav tm="0">
                                          <p:val>
                                            <p:strVal val="#ppt_y+.1"/>
                                          </p:val>
                                        </p:tav>
                                        <p:tav tm="100000">
                                          <p:val>
                                            <p:strVal val="#ppt_y"/>
                                          </p:val>
                                        </p:tav>
                                      </p:tavLst>
                                    </p:anim>
                                  </p:childTnLst>
                                </p:cTn>
                              </p:par>
                              <p:par>
                                <p:cTn id="29" presetID="42" presetClass="entr" presetSubtype="0" fill="hold" nodeType="withEffect">
                                  <p:stCondLst>
                                    <p:cond delay="140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200"/>
                                        <p:tgtEl>
                                          <p:spTgt spid="19"/>
                                        </p:tgtEl>
                                      </p:cBhvr>
                                    </p:animEffect>
                                    <p:anim calcmode="lin" valueType="num">
                                      <p:cBhvr>
                                        <p:cTn id="32" dur="1200" decel="100000" fill="hold"/>
                                        <p:tgtEl>
                                          <p:spTgt spid="19"/>
                                        </p:tgtEl>
                                        <p:attrNameLst>
                                          <p:attrName>ppt_x</p:attrName>
                                        </p:attrNameLst>
                                      </p:cBhvr>
                                      <p:tavLst>
                                        <p:tav tm="0">
                                          <p:val>
                                            <p:strVal val="#ppt_x"/>
                                          </p:val>
                                        </p:tav>
                                        <p:tav tm="100000">
                                          <p:val>
                                            <p:strVal val="#ppt_x"/>
                                          </p:val>
                                        </p:tav>
                                      </p:tavLst>
                                    </p:anim>
                                    <p:anim calcmode="lin" valueType="num">
                                      <p:cBhvr>
                                        <p:cTn id="33" dur="1200" decel="100000" fill="hold"/>
                                        <p:tgtEl>
                                          <p:spTgt spid="19"/>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1580"/>
                                  </p:stCondLst>
                                  <p:childTnLst>
                                    <p:set>
                                      <p:cBhvr>
                                        <p:cTn id="35" dur="1" fill="hold">
                                          <p:stCondLst>
                                            <p:cond delay="0"/>
                                          </p:stCondLst>
                                        </p:cTn>
                                        <p:tgtEl>
                                          <p:spTgt spid="29"/>
                                        </p:tgtEl>
                                        <p:attrNameLst>
                                          <p:attrName>style.visibility</p:attrName>
                                        </p:attrNameLst>
                                      </p:cBhvr>
                                      <p:to>
                                        <p:strVal val="visible"/>
                                      </p:to>
                                    </p:set>
                                    <p:animEffect transition="in" filter="fade">
                                      <p:cBhvr>
                                        <p:cTn id="36" dur="1200"/>
                                        <p:tgtEl>
                                          <p:spTgt spid="29"/>
                                        </p:tgtEl>
                                      </p:cBhvr>
                                    </p:animEffect>
                                    <p:anim calcmode="lin" valueType="num">
                                      <p:cBhvr>
                                        <p:cTn id="37" dur="1200" decel="100000" fill="hold"/>
                                        <p:tgtEl>
                                          <p:spTgt spid="29"/>
                                        </p:tgtEl>
                                        <p:attrNameLst>
                                          <p:attrName>ppt_x</p:attrName>
                                        </p:attrNameLst>
                                      </p:cBhvr>
                                      <p:tavLst>
                                        <p:tav tm="0">
                                          <p:val>
                                            <p:strVal val="#ppt_x"/>
                                          </p:val>
                                        </p:tav>
                                        <p:tav tm="100000">
                                          <p:val>
                                            <p:strVal val="#ppt_x"/>
                                          </p:val>
                                        </p:tav>
                                      </p:tavLst>
                                    </p:anim>
                                    <p:anim calcmode="lin" valueType="num">
                                      <p:cBhvr>
                                        <p:cTn id="38" dur="1200" decel="100000" fill="hold"/>
                                        <p:tgtEl>
                                          <p:spTgt spid="2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8" name="Placeholder Demo Text"/>
          <p:cNvSpPr txBox="1"/>
          <p:nvPr/>
        </p:nvSpPr>
        <p:spPr>
          <a:xfrm>
            <a:off x="12739337" y="3149052"/>
            <a:ext cx="9577386" cy="256480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1" tIns="50801" rIns="50801" bIns="50801">
            <a:spAutoFit/>
          </a:bodyPr>
          <a:lstStyle>
            <a:lvl1pPr algn="l">
              <a:defRPr sz="8000" b="0">
                <a:solidFill>
                  <a:srgbClr val="242423"/>
                </a:solidFill>
                <a:latin typeface="Montserrat Bold"/>
                <a:ea typeface="Montserrat Bold"/>
                <a:cs typeface="Montserrat Bold"/>
                <a:sym typeface="Montserrat Bold"/>
              </a:defRPr>
            </a:lvl1pPr>
          </a:lstStyle>
          <a:p>
            <a:r>
              <a:rPr lang="ru-RU" b="1" dirty="0">
                <a:solidFill>
                  <a:schemeClr val="accent1"/>
                </a:solidFill>
                <a:latin typeface="Arial" panose="020B0604020202020204" pitchFamily="34" charset="0"/>
                <a:cs typeface="Arial" panose="020B0604020202020204" pitchFamily="34" charset="0"/>
              </a:rPr>
              <a:t>Внешний вид</a:t>
            </a:r>
            <a:endParaRPr lang="ru-RU" b="1" dirty="0">
              <a:solidFill>
                <a:schemeClr val="accent1"/>
              </a:solidFill>
              <a:latin typeface="Arial" panose="020B0604020202020204" pitchFamily="34" charset="0"/>
              <a:cs typeface="Arial" panose="020B0604020202020204" pitchFamily="34" charset="0"/>
            </a:endParaRPr>
          </a:p>
        </p:txBody>
      </p:sp>
      <p:sp>
        <p:nvSpPr>
          <p:cNvPr id="749" name="Lorem ipsum dolor sit amet, consectetur adipiscing elit, sed do eiusmod tempor incididunt ut labore et dolore magna aliqua. Arcu dictum varius duis at consectetur lorem donec. Volutpat maecenas volutpat blandit aliquam. Egestas quis ipsum suspendisse ult"/>
          <p:cNvSpPr txBox="1"/>
          <p:nvPr/>
        </p:nvSpPr>
        <p:spPr>
          <a:xfrm>
            <a:off x="12876215" y="5929313"/>
            <a:ext cx="9577386" cy="605851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a:spAutoFit/>
          </a:bodyPr>
          <a:lstStyle>
            <a:lvl1pPr algn="l" defTabSz="457200">
              <a:lnSpc>
                <a:spcPct val="120000"/>
              </a:lnSpc>
              <a:defRPr sz="3000" b="0">
                <a:solidFill>
                  <a:srgbClr val="7F8189"/>
                </a:solidFill>
                <a:latin typeface="Arial"/>
                <a:ea typeface="Arial"/>
                <a:cs typeface="Arial"/>
                <a:sym typeface="Arial"/>
              </a:defRPr>
            </a:lvl1pPr>
          </a:lstStyle>
          <a:p>
            <a:pPr>
              <a:defRPr sz="3000" b="0">
                <a:solidFill>
                  <a:srgbClr val="7F8189"/>
                </a:solidFill>
                <a:latin typeface="Arial"/>
                <a:ea typeface="Arial"/>
                <a:cs typeface="Arial"/>
                <a:sym typeface="Arial"/>
              </a:defRPr>
            </a:pPr>
            <a:r>
              <a:rPr lang="ru-RU" sz="3000" dirty="0">
                <a:solidFill>
                  <a:schemeClr val="tx2"/>
                </a:solidFill>
                <a:latin typeface="Arial" panose="020B0604020202020204" pitchFamily="34" charset="0"/>
                <a:cs typeface="Arial" panose="020B0604020202020204" pitchFamily="34" charset="0"/>
              </a:rPr>
              <a:t>Для традиционных скинхедов характерны короткие стрижки, подтяжки, джинсы и массивная обувь.</a:t>
            </a:r>
            <a:endParaRPr lang="ru-RU" sz="3000" dirty="0">
              <a:solidFill>
                <a:schemeClr val="tx2"/>
              </a:solidFill>
              <a:latin typeface="Arial" panose="020B0604020202020204" pitchFamily="34" charset="0"/>
              <a:cs typeface="Arial" panose="020B0604020202020204" pitchFamily="34" charset="0"/>
            </a:endParaRPr>
          </a:p>
          <a:p>
            <a:pPr>
              <a:defRPr sz="3000" b="0">
                <a:solidFill>
                  <a:srgbClr val="7F8189"/>
                </a:solidFill>
                <a:latin typeface="Arial"/>
                <a:ea typeface="Arial"/>
                <a:cs typeface="Arial"/>
                <a:sym typeface="Arial"/>
              </a:defRPr>
            </a:pPr>
            <a:endParaRPr lang="ru-RU" sz="3000" dirty="0">
              <a:solidFill>
                <a:schemeClr val="tx2"/>
              </a:solidFill>
              <a:latin typeface="Arial" panose="020B0604020202020204" pitchFamily="34" charset="0"/>
              <a:cs typeface="Arial" panose="020B0604020202020204" pitchFamily="34" charset="0"/>
            </a:endParaRPr>
          </a:p>
          <a:p>
            <a:pPr>
              <a:defRPr sz="3000" b="0">
                <a:solidFill>
                  <a:srgbClr val="7F8189"/>
                </a:solidFill>
                <a:latin typeface="Arial"/>
                <a:ea typeface="Arial"/>
                <a:cs typeface="Arial"/>
                <a:sym typeface="Arial"/>
              </a:defRPr>
            </a:pPr>
            <a:r>
              <a:rPr lang="ru-RU" sz="3000" dirty="0">
                <a:solidFill>
                  <a:schemeClr val="tx2"/>
                </a:solidFill>
                <a:latin typeface="Arial" panose="020B0604020202020204" pitchFamily="34" charset="0"/>
                <a:cs typeface="Arial" panose="020B0604020202020204" pitchFamily="34" charset="0"/>
              </a:rPr>
              <a:t>Однако по внешнему виду нельзя точно определить взгляды человека.</a:t>
            </a:r>
            <a:endParaRPr lang="ru-RU" sz="3000" dirty="0">
              <a:solidFill>
                <a:schemeClr val="tx2"/>
              </a:solidFill>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5C9A63CC-13DB-6542-980A-FA2126F59F31}"/>
              </a:ext>
            </a:extLst>
          </p:cNvPr>
          <p:cNvGrpSpPr/>
          <p:nvPr/>
        </p:nvGrpSpPr>
        <p:grpSpPr>
          <a:xfrm>
            <a:off x="1427164" y="4110623"/>
            <a:ext cx="10477497" cy="1270001"/>
            <a:chOff x="2158307" y="3718876"/>
            <a:chExt cx="10477497" cy="1270001"/>
          </a:xfrm>
        </p:grpSpPr>
        <p:sp>
          <p:nvSpPr>
            <p:cNvPr id="762" name="Rounded Rectangle"/>
            <p:cNvSpPr/>
            <p:nvPr/>
          </p:nvSpPr>
          <p:spPr>
            <a:xfrm>
              <a:off x="2158307" y="3718876"/>
              <a:ext cx="10477497" cy="1270001"/>
            </a:xfrm>
            <a:prstGeom prst="roundRect">
              <a:avLst>
                <a:gd name="adj" fmla="val 30239"/>
              </a:avLst>
            </a:prstGeom>
            <a:solidFill>
              <a:schemeClr val="accent1"/>
            </a:solidFill>
            <a:ln w="12700">
              <a:miter lim="400000"/>
            </a:ln>
          </p:spPr>
          <p:txBody>
            <a:bodyPr lIns="0" tIns="0" rIns="0" bIns="0" anchor="ctr"/>
            <a:lstStyle/>
            <a:p>
              <a:pPr>
                <a:defRPr sz="3200" b="0">
                  <a:solidFill>
                    <a:srgbClr val="FFFFFF"/>
                  </a:solidFill>
                  <a:latin typeface="+mn-lt"/>
                  <a:ea typeface="+mn-ea"/>
                  <a:cs typeface="+mn-cs"/>
                  <a:sym typeface="Helvetica Neue Medium"/>
                </a:defRPr>
              </a:pPr>
              <a:endParaRPr sz="3200" b="0" dirty="0">
                <a:latin typeface="Arial" panose="020B0604020202020204" pitchFamily="34" charset="0"/>
                <a:cs typeface="Arial" panose="020B0604020202020204" pitchFamily="34" charset="0"/>
              </a:endParaRPr>
            </a:p>
          </p:txBody>
        </p:sp>
        <p:sp>
          <p:nvSpPr>
            <p:cNvPr id="763" name="Circle"/>
            <p:cNvSpPr/>
            <p:nvPr/>
          </p:nvSpPr>
          <p:spPr>
            <a:xfrm>
              <a:off x="2536210" y="4060733"/>
              <a:ext cx="560887" cy="560887"/>
            </a:xfrm>
            <a:prstGeom prst="ellipse">
              <a:avLst/>
            </a:prstGeom>
            <a:solidFill>
              <a:schemeClr val="bg2"/>
            </a:solidFill>
            <a:ln w="12700">
              <a:miter lim="400000"/>
            </a:ln>
          </p:spPr>
          <p:txBody>
            <a:bodyPr lIns="0" tIns="0" rIns="0" bIns="0" anchor="ctr"/>
            <a:lstStyle/>
            <a:p>
              <a:pPr>
                <a:defRPr sz="3200" b="0">
                  <a:solidFill>
                    <a:srgbClr val="FFFFFF"/>
                  </a:solidFill>
                  <a:latin typeface="+mn-lt"/>
                  <a:ea typeface="+mn-ea"/>
                  <a:cs typeface="+mn-cs"/>
                  <a:sym typeface="Helvetica Neue Medium"/>
                </a:defRPr>
              </a:pPr>
              <a:endParaRPr sz="3200" b="0" dirty="0">
                <a:latin typeface="Arial" panose="020B0604020202020204" pitchFamily="34" charset="0"/>
                <a:cs typeface="Arial" panose="020B0604020202020204" pitchFamily="34" charset="0"/>
              </a:endParaRPr>
            </a:p>
          </p:txBody>
        </p:sp>
        <p:sp>
          <p:nvSpPr>
            <p:cNvPr id="764" name="Lorem ipsum dolor sit amet, consectetur adipiscing elit, sed do eiusmod tempor incididunt ut labore et dolore magna."/>
            <p:cNvSpPr txBox="1"/>
            <p:nvPr/>
          </p:nvSpPr>
          <p:spPr>
            <a:xfrm>
              <a:off x="3495978" y="3932641"/>
              <a:ext cx="8779466" cy="87806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1" tIns="50801" rIns="50801" bIns="50801">
              <a:spAutoFit/>
            </a:bodyPr>
            <a:lstStyle>
              <a:lvl1pPr algn="l" defTabSz="457200">
                <a:lnSpc>
                  <a:spcPct val="120000"/>
                </a:lnSpc>
                <a:defRPr sz="2800" b="0">
                  <a:solidFill>
                    <a:srgbClr val="F0F0F0"/>
                  </a:solidFill>
                  <a:latin typeface="Arial"/>
                  <a:ea typeface="Arial"/>
                  <a:cs typeface="Arial"/>
                  <a:sym typeface="Arial"/>
                </a:defRPr>
              </a:lvl1pPr>
            </a:lstStyle>
            <a:p>
              <a:r>
                <a:rPr lang="ru-RU" sz="2800" dirty="0">
                  <a:solidFill>
                    <a:schemeClr val="bg2"/>
                  </a:solidFill>
                  <a:latin typeface="Arial" panose="020B0604020202020204" pitchFamily="34" charset="0"/>
                  <a:cs typeface="Arial" panose="020B0604020202020204" pitchFamily="34" charset="0"/>
                </a:rPr>
                <a:t>Короткие стрижки</a:t>
              </a:r>
              <a:endParaRPr lang="ru-RU" sz="2800" dirty="0">
                <a:solidFill>
                  <a:schemeClr val="bg2"/>
                </a:solidFill>
                <a:latin typeface="Arial" panose="020B0604020202020204" pitchFamily="34" charset="0"/>
                <a:cs typeface="Arial" panose="020B0604020202020204" pitchFamily="34" charset="0"/>
              </a:endParaRPr>
            </a:p>
          </p:txBody>
        </p:sp>
        <p:sp>
          <p:nvSpPr>
            <p:cNvPr id="768" name="Shape"/>
            <p:cNvSpPr/>
            <p:nvPr/>
          </p:nvSpPr>
          <p:spPr>
            <a:xfrm>
              <a:off x="2728075" y="4255036"/>
              <a:ext cx="172282" cy="172282"/>
            </a:xfrm>
            <a:custGeom>
              <a:avLst/>
              <a:gdLst/>
              <a:ahLst/>
              <a:cxnLst>
                <a:cxn ang="0">
                  <a:pos x="wd2" y="hd2"/>
                </a:cxn>
                <a:cxn ang="5400000">
                  <a:pos x="wd2" y="hd2"/>
                </a:cxn>
                <a:cxn ang="10800000">
                  <a:pos x="wd2" y="hd2"/>
                </a:cxn>
                <a:cxn ang="16200000">
                  <a:pos x="wd2" y="hd2"/>
                </a:cxn>
              </a:cxnLst>
              <a:rect l="0" t="0" r="r" b="b"/>
              <a:pathLst>
                <a:path w="21398" h="21398" extrusionOk="0">
                  <a:moveTo>
                    <a:pt x="3239" y="1"/>
                  </a:moveTo>
                  <a:cubicBezTo>
                    <a:pt x="2772" y="1"/>
                    <a:pt x="2301" y="101"/>
                    <a:pt x="1867" y="303"/>
                  </a:cubicBezTo>
                  <a:cubicBezTo>
                    <a:pt x="1525" y="463"/>
                    <a:pt x="1219" y="678"/>
                    <a:pt x="952" y="945"/>
                  </a:cubicBezTo>
                  <a:cubicBezTo>
                    <a:pt x="685" y="1212"/>
                    <a:pt x="463" y="1525"/>
                    <a:pt x="303" y="1867"/>
                  </a:cubicBezTo>
                  <a:cubicBezTo>
                    <a:pt x="-101" y="2734"/>
                    <a:pt x="-101" y="3736"/>
                    <a:pt x="303" y="4603"/>
                  </a:cubicBezTo>
                  <a:cubicBezTo>
                    <a:pt x="564" y="5140"/>
                    <a:pt x="1165" y="5738"/>
                    <a:pt x="2162" y="6735"/>
                  </a:cubicBezTo>
                  <a:lnTo>
                    <a:pt x="6123" y="10695"/>
                  </a:lnTo>
                  <a:lnTo>
                    <a:pt x="2162" y="14663"/>
                  </a:lnTo>
                  <a:cubicBezTo>
                    <a:pt x="1166" y="15660"/>
                    <a:pt x="564" y="16258"/>
                    <a:pt x="303" y="16795"/>
                  </a:cubicBezTo>
                  <a:cubicBezTo>
                    <a:pt x="-101" y="17662"/>
                    <a:pt x="-101" y="18656"/>
                    <a:pt x="303" y="19524"/>
                  </a:cubicBezTo>
                  <a:cubicBezTo>
                    <a:pt x="463" y="19866"/>
                    <a:pt x="685" y="20179"/>
                    <a:pt x="952" y="20446"/>
                  </a:cubicBezTo>
                  <a:cubicBezTo>
                    <a:pt x="1219" y="20713"/>
                    <a:pt x="1525" y="20935"/>
                    <a:pt x="1867" y="21095"/>
                  </a:cubicBezTo>
                  <a:cubicBezTo>
                    <a:pt x="2734" y="21499"/>
                    <a:pt x="3736" y="21499"/>
                    <a:pt x="4603" y="21095"/>
                  </a:cubicBezTo>
                  <a:cubicBezTo>
                    <a:pt x="5140" y="20834"/>
                    <a:pt x="5738" y="20233"/>
                    <a:pt x="6735" y="19236"/>
                  </a:cubicBezTo>
                  <a:lnTo>
                    <a:pt x="10703" y="15275"/>
                  </a:lnTo>
                  <a:lnTo>
                    <a:pt x="14663" y="19236"/>
                  </a:lnTo>
                  <a:cubicBezTo>
                    <a:pt x="15660" y="20233"/>
                    <a:pt x="16258" y="20834"/>
                    <a:pt x="16795" y="21095"/>
                  </a:cubicBezTo>
                  <a:cubicBezTo>
                    <a:pt x="17662" y="21499"/>
                    <a:pt x="18664" y="21499"/>
                    <a:pt x="19531" y="21095"/>
                  </a:cubicBezTo>
                  <a:cubicBezTo>
                    <a:pt x="19873" y="20935"/>
                    <a:pt x="20186" y="20713"/>
                    <a:pt x="20453" y="20446"/>
                  </a:cubicBezTo>
                  <a:cubicBezTo>
                    <a:pt x="20720" y="20179"/>
                    <a:pt x="20935" y="19866"/>
                    <a:pt x="21095" y="19524"/>
                  </a:cubicBezTo>
                  <a:cubicBezTo>
                    <a:pt x="21499" y="18656"/>
                    <a:pt x="21499" y="17662"/>
                    <a:pt x="21095" y="16795"/>
                  </a:cubicBezTo>
                  <a:cubicBezTo>
                    <a:pt x="20834" y="16258"/>
                    <a:pt x="20240" y="15660"/>
                    <a:pt x="19243" y="14663"/>
                  </a:cubicBezTo>
                  <a:lnTo>
                    <a:pt x="15275" y="10695"/>
                  </a:lnTo>
                  <a:lnTo>
                    <a:pt x="19243" y="6735"/>
                  </a:lnTo>
                  <a:cubicBezTo>
                    <a:pt x="20240" y="5738"/>
                    <a:pt x="20834" y="5140"/>
                    <a:pt x="21095" y="4603"/>
                  </a:cubicBezTo>
                  <a:cubicBezTo>
                    <a:pt x="21499" y="3736"/>
                    <a:pt x="21499" y="2734"/>
                    <a:pt x="21095" y="1867"/>
                  </a:cubicBezTo>
                  <a:cubicBezTo>
                    <a:pt x="20935" y="1525"/>
                    <a:pt x="20720" y="1212"/>
                    <a:pt x="20453" y="945"/>
                  </a:cubicBezTo>
                  <a:cubicBezTo>
                    <a:pt x="20186" y="678"/>
                    <a:pt x="19873" y="463"/>
                    <a:pt x="19531" y="303"/>
                  </a:cubicBezTo>
                  <a:cubicBezTo>
                    <a:pt x="18664" y="-101"/>
                    <a:pt x="17662" y="-101"/>
                    <a:pt x="16795" y="303"/>
                  </a:cubicBezTo>
                  <a:cubicBezTo>
                    <a:pt x="16258" y="564"/>
                    <a:pt x="15660" y="1158"/>
                    <a:pt x="14663" y="2155"/>
                  </a:cubicBezTo>
                  <a:lnTo>
                    <a:pt x="10703" y="6123"/>
                  </a:lnTo>
                  <a:lnTo>
                    <a:pt x="6735" y="2155"/>
                  </a:lnTo>
                  <a:cubicBezTo>
                    <a:pt x="5738" y="1158"/>
                    <a:pt x="5140" y="564"/>
                    <a:pt x="4603" y="303"/>
                  </a:cubicBezTo>
                  <a:cubicBezTo>
                    <a:pt x="4170" y="101"/>
                    <a:pt x="3706" y="1"/>
                    <a:pt x="3239" y="1"/>
                  </a:cubicBezTo>
                  <a:close/>
                </a:path>
              </a:pathLst>
            </a:custGeom>
            <a:solidFill>
              <a:schemeClr val="accent3"/>
            </a:solidFill>
            <a:ln w="12700">
              <a:miter lim="400000"/>
            </a:ln>
          </p:spPr>
          <p:txBody>
            <a:bodyPr lIns="0" tIns="0" rIns="0" bIns="0" anchor="ctr"/>
            <a:lstStyle/>
            <a:p>
              <a:pPr>
                <a:defRPr sz="3200" b="0">
                  <a:solidFill>
                    <a:srgbClr val="FFFFFF"/>
                  </a:solidFill>
                  <a:latin typeface="+mn-lt"/>
                  <a:ea typeface="+mn-ea"/>
                  <a:cs typeface="+mn-cs"/>
                  <a:sym typeface="Helvetica Neue Medium"/>
                </a:defRPr>
              </a:pPr>
              <a:endParaRPr sz="3200" b="0" dirty="0">
                <a:latin typeface="Arial" panose="020B0604020202020204" pitchFamily="34" charset="0"/>
                <a:cs typeface="Arial" panose="020B0604020202020204" pitchFamily="34" charset="0"/>
              </a:endParaRPr>
            </a:p>
          </p:txBody>
        </p:sp>
      </p:grpSp>
      <p:grpSp>
        <p:nvGrpSpPr>
          <p:cNvPr id="3" name="Group 2">
            <a:extLst>
              <a:ext uri="{FF2B5EF4-FFF2-40B4-BE49-F238E27FC236}">
                <a16:creationId xmlns:a16="http://schemas.microsoft.com/office/drawing/2014/main" id="{5457EEDA-078F-E949-A071-8DAEF8E67509}"/>
              </a:ext>
            </a:extLst>
          </p:cNvPr>
          <p:cNvGrpSpPr/>
          <p:nvPr/>
        </p:nvGrpSpPr>
        <p:grpSpPr>
          <a:xfrm>
            <a:off x="1427163" y="5740045"/>
            <a:ext cx="10477499" cy="1270001"/>
            <a:chOff x="2158308" y="5211126"/>
            <a:chExt cx="10477500" cy="1270001"/>
          </a:xfrm>
        </p:grpSpPr>
        <p:sp>
          <p:nvSpPr>
            <p:cNvPr id="765" name="Rounded Rectangle"/>
            <p:cNvSpPr/>
            <p:nvPr/>
          </p:nvSpPr>
          <p:spPr>
            <a:xfrm>
              <a:off x="2158308" y="5211126"/>
              <a:ext cx="10477500" cy="1270001"/>
            </a:xfrm>
            <a:prstGeom prst="roundRect">
              <a:avLst>
                <a:gd name="adj" fmla="val 30239"/>
              </a:avLst>
            </a:prstGeom>
            <a:solidFill>
              <a:schemeClr val="accent1"/>
            </a:solidFill>
            <a:ln w="12700">
              <a:miter lim="400000"/>
            </a:ln>
          </p:spPr>
          <p:txBody>
            <a:bodyPr lIns="0" tIns="0" rIns="0" bIns="0" anchor="ctr"/>
            <a:lstStyle/>
            <a:p>
              <a:pPr>
                <a:defRPr sz="3200" b="0">
                  <a:solidFill>
                    <a:srgbClr val="FFFFFF"/>
                  </a:solidFill>
                  <a:latin typeface="+mn-lt"/>
                  <a:ea typeface="+mn-ea"/>
                  <a:cs typeface="+mn-cs"/>
                  <a:sym typeface="Helvetica Neue Medium"/>
                </a:defRPr>
              </a:pPr>
              <a:endParaRPr sz="3200" b="0" dirty="0">
                <a:latin typeface="Arial" panose="020B0604020202020204" pitchFamily="34" charset="0"/>
                <a:cs typeface="Arial" panose="020B0604020202020204" pitchFamily="34" charset="0"/>
              </a:endParaRPr>
            </a:p>
          </p:txBody>
        </p:sp>
        <p:sp>
          <p:nvSpPr>
            <p:cNvPr id="766" name="Circle"/>
            <p:cNvSpPr/>
            <p:nvPr/>
          </p:nvSpPr>
          <p:spPr>
            <a:xfrm>
              <a:off x="2536210" y="5552983"/>
              <a:ext cx="560887" cy="560887"/>
            </a:xfrm>
            <a:prstGeom prst="ellipse">
              <a:avLst/>
            </a:prstGeom>
            <a:solidFill>
              <a:schemeClr val="bg1"/>
            </a:solidFill>
            <a:ln w="12700">
              <a:miter lim="400000"/>
            </a:ln>
          </p:spPr>
          <p:txBody>
            <a:bodyPr lIns="0" tIns="0" rIns="0" bIns="0" anchor="ctr"/>
            <a:lstStyle/>
            <a:p>
              <a:pPr>
                <a:defRPr sz="3200" b="0">
                  <a:solidFill>
                    <a:srgbClr val="FFFFFF"/>
                  </a:solidFill>
                  <a:latin typeface="+mn-lt"/>
                  <a:ea typeface="+mn-ea"/>
                  <a:cs typeface="+mn-cs"/>
                  <a:sym typeface="Helvetica Neue Medium"/>
                </a:defRPr>
              </a:pPr>
              <a:endParaRPr sz="3200" b="0" dirty="0">
                <a:latin typeface="Arial" panose="020B0604020202020204" pitchFamily="34" charset="0"/>
                <a:cs typeface="Arial" panose="020B0604020202020204" pitchFamily="34" charset="0"/>
              </a:endParaRPr>
            </a:p>
          </p:txBody>
        </p:sp>
        <p:sp>
          <p:nvSpPr>
            <p:cNvPr id="767" name="Lorem ipsum dolor sit amet, consectetur adipiscing elit, sed do eiusmod tempor incididunt ut labore et dolore magna."/>
            <p:cNvSpPr txBox="1"/>
            <p:nvPr/>
          </p:nvSpPr>
          <p:spPr>
            <a:xfrm>
              <a:off x="3495977" y="5424891"/>
              <a:ext cx="7776220" cy="87799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1" tIns="50801" rIns="50801" bIns="50801">
              <a:spAutoFit/>
            </a:bodyPr>
            <a:lstStyle>
              <a:lvl1pPr algn="l" defTabSz="457200">
                <a:lnSpc>
                  <a:spcPct val="120000"/>
                </a:lnSpc>
                <a:defRPr sz="2800" b="0">
                  <a:solidFill>
                    <a:srgbClr val="F0F0F0"/>
                  </a:solidFill>
                  <a:latin typeface="Arial"/>
                  <a:ea typeface="Arial"/>
                  <a:cs typeface="Arial"/>
                  <a:sym typeface="Arial"/>
                </a:defRPr>
              </a:lvl1pPr>
            </a:lstStyle>
            <a:p>
              <a:r>
                <a:rPr lang="ru-RU" sz="2800" dirty="0">
                  <a:solidFill>
                    <a:schemeClr val="bg2"/>
                  </a:solidFill>
                  <a:latin typeface="Arial" panose="020B0604020202020204" pitchFamily="34" charset="0"/>
                  <a:cs typeface="Arial" panose="020B0604020202020204" pitchFamily="34" charset="0"/>
                </a:rPr>
                <a:t>Подтяжки</a:t>
              </a:r>
              <a:endParaRPr lang="ru-RU" sz="2800" dirty="0">
                <a:solidFill>
                  <a:schemeClr val="bg2"/>
                </a:solidFill>
                <a:latin typeface="Arial" panose="020B0604020202020204" pitchFamily="34" charset="0"/>
                <a:cs typeface="Arial" panose="020B0604020202020204" pitchFamily="34" charset="0"/>
              </a:endParaRPr>
            </a:p>
          </p:txBody>
        </p:sp>
        <p:sp>
          <p:nvSpPr>
            <p:cNvPr id="769" name="Shape"/>
            <p:cNvSpPr/>
            <p:nvPr/>
          </p:nvSpPr>
          <p:spPr>
            <a:xfrm>
              <a:off x="2743212" y="5750259"/>
              <a:ext cx="172283" cy="172282"/>
            </a:xfrm>
            <a:custGeom>
              <a:avLst/>
              <a:gdLst/>
              <a:ahLst/>
              <a:cxnLst>
                <a:cxn ang="0">
                  <a:pos x="wd2" y="hd2"/>
                </a:cxn>
                <a:cxn ang="5400000">
                  <a:pos x="wd2" y="hd2"/>
                </a:cxn>
                <a:cxn ang="10800000">
                  <a:pos x="wd2" y="hd2"/>
                </a:cxn>
                <a:cxn ang="16200000">
                  <a:pos x="wd2" y="hd2"/>
                </a:cxn>
              </a:cxnLst>
              <a:rect l="0" t="0" r="r" b="b"/>
              <a:pathLst>
                <a:path w="21398" h="21398" extrusionOk="0">
                  <a:moveTo>
                    <a:pt x="3239" y="1"/>
                  </a:moveTo>
                  <a:cubicBezTo>
                    <a:pt x="2772" y="1"/>
                    <a:pt x="2301" y="101"/>
                    <a:pt x="1867" y="303"/>
                  </a:cubicBezTo>
                  <a:cubicBezTo>
                    <a:pt x="1525" y="463"/>
                    <a:pt x="1219" y="678"/>
                    <a:pt x="952" y="945"/>
                  </a:cubicBezTo>
                  <a:cubicBezTo>
                    <a:pt x="685" y="1212"/>
                    <a:pt x="463" y="1525"/>
                    <a:pt x="303" y="1867"/>
                  </a:cubicBezTo>
                  <a:cubicBezTo>
                    <a:pt x="-101" y="2734"/>
                    <a:pt x="-101" y="3736"/>
                    <a:pt x="303" y="4603"/>
                  </a:cubicBezTo>
                  <a:cubicBezTo>
                    <a:pt x="564" y="5140"/>
                    <a:pt x="1165" y="5738"/>
                    <a:pt x="2162" y="6735"/>
                  </a:cubicBezTo>
                  <a:lnTo>
                    <a:pt x="6123" y="10695"/>
                  </a:lnTo>
                  <a:lnTo>
                    <a:pt x="2162" y="14663"/>
                  </a:lnTo>
                  <a:cubicBezTo>
                    <a:pt x="1166" y="15660"/>
                    <a:pt x="564" y="16258"/>
                    <a:pt x="303" y="16795"/>
                  </a:cubicBezTo>
                  <a:cubicBezTo>
                    <a:pt x="-101" y="17662"/>
                    <a:pt x="-101" y="18656"/>
                    <a:pt x="303" y="19524"/>
                  </a:cubicBezTo>
                  <a:cubicBezTo>
                    <a:pt x="463" y="19866"/>
                    <a:pt x="685" y="20179"/>
                    <a:pt x="952" y="20446"/>
                  </a:cubicBezTo>
                  <a:cubicBezTo>
                    <a:pt x="1219" y="20713"/>
                    <a:pt x="1525" y="20935"/>
                    <a:pt x="1867" y="21095"/>
                  </a:cubicBezTo>
                  <a:cubicBezTo>
                    <a:pt x="2734" y="21499"/>
                    <a:pt x="3736" y="21499"/>
                    <a:pt x="4603" y="21095"/>
                  </a:cubicBezTo>
                  <a:cubicBezTo>
                    <a:pt x="5140" y="20834"/>
                    <a:pt x="5738" y="20233"/>
                    <a:pt x="6735" y="19236"/>
                  </a:cubicBezTo>
                  <a:lnTo>
                    <a:pt x="10703" y="15275"/>
                  </a:lnTo>
                  <a:lnTo>
                    <a:pt x="14663" y="19236"/>
                  </a:lnTo>
                  <a:cubicBezTo>
                    <a:pt x="15660" y="20233"/>
                    <a:pt x="16258" y="20834"/>
                    <a:pt x="16795" y="21095"/>
                  </a:cubicBezTo>
                  <a:cubicBezTo>
                    <a:pt x="17662" y="21499"/>
                    <a:pt x="18664" y="21499"/>
                    <a:pt x="19531" y="21095"/>
                  </a:cubicBezTo>
                  <a:cubicBezTo>
                    <a:pt x="19873" y="20935"/>
                    <a:pt x="20186" y="20713"/>
                    <a:pt x="20453" y="20446"/>
                  </a:cubicBezTo>
                  <a:cubicBezTo>
                    <a:pt x="20720" y="20179"/>
                    <a:pt x="20935" y="19866"/>
                    <a:pt x="21095" y="19524"/>
                  </a:cubicBezTo>
                  <a:cubicBezTo>
                    <a:pt x="21499" y="18656"/>
                    <a:pt x="21499" y="17662"/>
                    <a:pt x="21095" y="16795"/>
                  </a:cubicBezTo>
                  <a:cubicBezTo>
                    <a:pt x="20834" y="16258"/>
                    <a:pt x="20240" y="15660"/>
                    <a:pt x="19243" y="14663"/>
                  </a:cubicBezTo>
                  <a:lnTo>
                    <a:pt x="15275" y="10695"/>
                  </a:lnTo>
                  <a:lnTo>
                    <a:pt x="19243" y="6735"/>
                  </a:lnTo>
                  <a:cubicBezTo>
                    <a:pt x="20240" y="5738"/>
                    <a:pt x="20834" y="5140"/>
                    <a:pt x="21095" y="4603"/>
                  </a:cubicBezTo>
                  <a:cubicBezTo>
                    <a:pt x="21499" y="3736"/>
                    <a:pt x="21499" y="2734"/>
                    <a:pt x="21095" y="1867"/>
                  </a:cubicBezTo>
                  <a:cubicBezTo>
                    <a:pt x="20935" y="1525"/>
                    <a:pt x="20720" y="1212"/>
                    <a:pt x="20453" y="945"/>
                  </a:cubicBezTo>
                  <a:cubicBezTo>
                    <a:pt x="20186" y="678"/>
                    <a:pt x="19873" y="463"/>
                    <a:pt x="19531" y="303"/>
                  </a:cubicBezTo>
                  <a:cubicBezTo>
                    <a:pt x="18664" y="-101"/>
                    <a:pt x="17662" y="-101"/>
                    <a:pt x="16795" y="303"/>
                  </a:cubicBezTo>
                  <a:cubicBezTo>
                    <a:pt x="16258" y="564"/>
                    <a:pt x="15660" y="1158"/>
                    <a:pt x="14663" y="2155"/>
                  </a:cubicBezTo>
                  <a:lnTo>
                    <a:pt x="10703" y="6123"/>
                  </a:lnTo>
                  <a:lnTo>
                    <a:pt x="6735" y="2155"/>
                  </a:lnTo>
                  <a:cubicBezTo>
                    <a:pt x="5738" y="1158"/>
                    <a:pt x="5140" y="564"/>
                    <a:pt x="4603" y="303"/>
                  </a:cubicBezTo>
                  <a:cubicBezTo>
                    <a:pt x="4170" y="101"/>
                    <a:pt x="3706" y="1"/>
                    <a:pt x="3239" y="1"/>
                  </a:cubicBezTo>
                  <a:close/>
                </a:path>
              </a:pathLst>
            </a:custGeom>
            <a:solidFill>
              <a:schemeClr val="accent3"/>
            </a:solidFill>
            <a:ln w="12700">
              <a:miter lim="400000"/>
            </a:ln>
          </p:spPr>
          <p:txBody>
            <a:bodyPr lIns="0" tIns="0" rIns="0" bIns="0" anchor="ctr"/>
            <a:lstStyle/>
            <a:p>
              <a:pPr>
                <a:defRPr sz="3200" b="0">
                  <a:solidFill>
                    <a:srgbClr val="FFFFFF"/>
                  </a:solidFill>
                  <a:latin typeface="+mn-lt"/>
                  <a:ea typeface="+mn-ea"/>
                  <a:cs typeface="+mn-cs"/>
                  <a:sym typeface="Helvetica Neue Medium"/>
                </a:defRPr>
              </a:pPr>
              <a:endParaRPr sz="3200" b="0" dirty="0">
                <a:latin typeface="Arial" panose="020B0604020202020204" pitchFamily="34" charset="0"/>
                <a:cs typeface="Arial" panose="020B0604020202020204" pitchFamily="34" charset="0"/>
              </a:endParaRPr>
            </a:p>
          </p:txBody>
        </p:sp>
      </p:grpSp>
      <p:grpSp>
        <p:nvGrpSpPr>
          <p:cNvPr id="4" name="Group 3">
            <a:extLst>
              <a:ext uri="{FF2B5EF4-FFF2-40B4-BE49-F238E27FC236}">
                <a16:creationId xmlns:a16="http://schemas.microsoft.com/office/drawing/2014/main" id="{FA92601E-AFD5-7844-AF38-14DF0758A9CF}"/>
              </a:ext>
            </a:extLst>
          </p:cNvPr>
          <p:cNvGrpSpPr/>
          <p:nvPr/>
        </p:nvGrpSpPr>
        <p:grpSpPr>
          <a:xfrm>
            <a:off x="1427163" y="7369465"/>
            <a:ext cx="10477499" cy="1270001"/>
            <a:chOff x="2158308" y="6703376"/>
            <a:chExt cx="10477498" cy="1270001"/>
          </a:xfrm>
        </p:grpSpPr>
        <p:sp>
          <p:nvSpPr>
            <p:cNvPr id="753" name="Rounded Rectangle"/>
            <p:cNvSpPr/>
            <p:nvPr/>
          </p:nvSpPr>
          <p:spPr>
            <a:xfrm>
              <a:off x="2158308" y="6703376"/>
              <a:ext cx="10477498" cy="1270001"/>
            </a:xfrm>
            <a:prstGeom prst="roundRect">
              <a:avLst>
                <a:gd name="adj" fmla="val 30239"/>
              </a:avLst>
            </a:prstGeom>
            <a:solidFill>
              <a:schemeClr val="accent1"/>
            </a:solidFill>
            <a:ln w="12700">
              <a:miter lim="400000"/>
            </a:ln>
          </p:spPr>
          <p:txBody>
            <a:bodyPr lIns="0" tIns="0" rIns="0" bIns="0" anchor="ctr"/>
            <a:lstStyle/>
            <a:p>
              <a:pPr>
                <a:defRPr sz="3200" b="0">
                  <a:solidFill>
                    <a:srgbClr val="FFFFFF"/>
                  </a:solidFill>
                  <a:latin typeface="+mn-lt"/>
                  <a:ea typeface="+mn-ea"/>
                  <a:cs typeface="+mn-cs"/>
                  <a:sym typeface="Helvetica Neue Medium"/>
                </a:defRPr>
              </a:pPr>
              <a:endParaRPr sz="3200" b="0" dirty="0">
                <a:latin typeface="Arial" panose="020B0604020202020204" pitchFamily="34" charset="0"/>
                <a:cs typeface="Arial" panose="020B0604020202020204" pitchFamily="34" charset="0"/>
              </a:endParaRPr>
            </a:p>
          </p:txBody>
        </p:sp>
        <p:sp>
          <p:nvSpPr>
            <p:cNvPr id="754" name="Circle"/>
            <p:cNvSpPr/>
            <p:nvPr/>
          </p:nvSpPr>
          <p:spPr>
            <a:xfrm>
              <a:off x="2536210" y="7045234"/>
              <a:ext cx="560887" cy="560886"/>
            </a:xfrm>
            <a:prstGeom prst="ellipse">
              <a:avLst/>
            </a:prstGeom>
            <a:solidFill>
              <a:schemeClr val="bg1"/>
            </a:solidFill>
            <a:ln w="12700">
              <a:miter lim="400000"/>
            </a:ln>
          </p:spPr>
          <p:txBody>
            <a:bodyPr lIns="0" tIns="0" rIns="0" bIns="0" anchor="ctr"/>
            <a:lstStyle/>
            <a:p>
              <a:pPr>
                <a:defRPr sz="3200" b="0">
                  <a:solidFill>
                    <a:srgbClr val="FFFFFF"/>
                  </a:solidFill>
                  <a:latin typeface="+mn-lt"/>
                  <a:ea typeface="+mn-ea"/>
                  <a:cs typeface="+mn-cs"/>
                  <a:sym typeface="Helvetica Neue Medium"/>
                </a:defRPr>
              </a:pPr>
              <a:endParaRPr sz="3200" b="0" dirty="0">
                <a:latin typeface="Arial" panose="020B0604020202020204" pitchFamily="34" charset="0"/>
                <a:cs typeface="Arial" panose="020B0604020202020204" pitchFamily="34" charset="0"/>
              </a:endParaRPr>
            </a:p>
          </p:txBody>
        </p:sp>
        <p:sp>
          <p:nvSpPr>
            <p:cNvPr id="755" name="Lorem ipsum dolor sit amet, consectetur adipiscing elit, sed do eiusmod tempor incididunt ut labore et dolore magna."/>
            <p:cNvSpPr txBox="1"/>
            <p:nvPr/>
          </p:nvSpPr>
          <p:spPr>
            <a:xfrm>
              <a:off x="3495977" y="6917141"/>
              <a:ext cx="7776218" cy="87799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1" tIns="50801" rIns="50801" bIns="50801">
              <a:spAutoFit/>
            </a:bodyPr>
            <a:lstStyle>
              <a:lvl1pPr algn="l" defTabSz="457200">
                <a:lnSpc>
                  <a:spcPct val="120000"/>
                </a:lnSpc>
                <a:defRPr sz="2800" b="0">
                  <a:solidFill>
                    <a:srgbClr val="F0F0F0"/>
                  </a:solidFill>
                  <a:latin typeface="Arial"/>
                  <a:ea typeface="Arial"/>
                  <a:cs typeface="Arial"/>
                  <a:sym typeface="Arial"/>
                </a:defRPr>
              </a:lvl1pPr>
            </a:lstStyle>
            <a:p>
              <a:r>
                <a:rPr lang="ru-RU" sz="2800" dirty="0">
                  <a:solidFill>
                    <a:schemeClr val="bg2"/>
                  </a:solidFill>
                  <a:latin typeface="Arial" panose="020B0604020202020204" pitchFamily="34" charset="0"/>
                  <a:cs typeface="Arial" panose="020B0604020202020204" pitchFamily="34" charset="0"/>
                </a:rPr>
                <a:t>Джинсы</a:t>
              </a:r>
              <a:endParaRPr lang="ru-RU" sz="2800" dirty="0">
                <a:solidFill>
                  <a:schemeClr val="bg2"/>
                </a:solidFill>
                <a:latin typeface="Arial" panose="020B0604020202020204" pitchFamily="34" charset="0"/>
                <a:cs typeface="Arial" panose="020B0604020202020204" pitchFamily="34" charset="0"/>
              </a:endParaRPr>
            </a:p>
          </p:txBody>
        </p:sp>
        <p:sp>
          <p:nvSpPr>
            <p:cNvPr id="770" name="Shape"/>
            <p:cNvSpPr/>
            <p:nvPr/>
          </p:nvSpPr>
          <p:spPr>
            <a:xfrm>
              <a:off x="2737690" y="7235607"/>
              <a:ext cx="172283" cy="172282"/>
            </a:xfrm>
            <a:custGeom>
              <a:avLst/>
              <a:gdLst/>
              <a:ahLst/>
              <a:cxnLst>
                <a:cxn ang="0">
                  <a:pos x="wd2" y="hd2"/>
                </a:cxn>
                <a:cxn ang="5400000">
                  <a:pos x="wd2" y="hd2"/>
                </a:cxn>
                <a:cxn ang="10800000">
                  <a:pos x="wd2" y="hd2"/>
                </a:cxn>
                <a:cxn ang="16200000">
                  <a:pos x="wd2" y="hd2"/>
                </a:cxn>
              </a:cxnLst>
              <a:rect l="0" t="0" r="r" b="b"/>
              <a:pathLst>
                <a:path w="21398" h="21398" extrusionOk="0">
                  <a:moveTo>
                    <a:pt x="3239" y="1"/>
                  </a:moveTo>
                  <a:cubicBezTo>
                    <a:pt x="2772" y="1"/>
                    <a:pt x="2301" y="101"/>
                    <a:pt x="1867" y="303"/>
                  </a:cubicBezTo>
                  <a:cubicBezTo>
                    <a:pt x="1525" y="463"/>
                    <a:pt x="1219" y="678"/>
                    <a:pt x="952" y="945"/>
                  </a:cubicBezTo>
                  <a:cubicBezTo>
                    <a:pt x="685" y="1212"/>
                    <a:pt x="463" y="1525"/>
                    <a:pt x="303" y="1867"/>
                  </a:cubicBezTo>
                  <a:cubicBezTo>
                    <a:pt x="-101" y="2734"/>
                    <a:pt x="-101" y="3736"/>
                    <a:pt x="303" y="4603"/>
                  </a:cubicBezTo>
                  <a:cubicBezTo>
                    <a:pt x="564" y="5140"/>
                    <a:pt x="1165" y="5738"/>
                    <a:pt x="2162" y="6735"/>
                  </a:cubicBezTo>
                  <a:lnTo>
                    <a:pt x="6123" y="10695"/>
                  </a:lnTo>
                  <a:lnTo>
                    <a:pt x="2162" y="14663"/>
                  </a:lnTo>
                  <a:cubicBezTo>
                    <a:pt x="1166" y="15660"/>
                    <a:pt x="564" y="16258"/>
                    <a:pt x="303" y="16795"/>
                  </a:cubicBezTo>
                  <a:cubicBezTo>
                    <a:pt x="-101" y="17662"/>
                    <a:pt x="-101" y="18656"/>
                    <a:pt x="303" y="19524"/>
                  </a:cubicBezTo>
                  <a:cubicBezTo>
                    <a:pt x="463" y="19866"/>
                    <a:pt x="685" y="20179"/>
                    <a:pt x="952" y="20446"/>
                  </a:cubicBezTo>
                  <a:cubicBezTo>
                    <a:pt x="1219" y="20713"/>
                    <a:pt x="1525" y="20935"/>
                    <a:pt x="1867" y="21095"/>
                  </a:cubicBezTo>
                  <a:cubicBezTo>
                    <a:pt x="2734" y="21499"/>
                    <a:pt x="3736" y="21499"/>
                    <a:pt x="4603" y="21095"/>
                  </a:cubicBezTo>
                  <a:cubicBezTo>
                    <a:pt x="5140" y="20834"/>
                    <a:pt x="5738" y="20233"/>
                    <a:pt x="6735" y="19236"/>
                  </a:cubicBezTo>
                  <a:lnTo>
                    <a:pt x="10703" y="15275"/>
                  </a:lnTo>
                  <a:lnTo>
                    <a:pt x="14663" y="19236"/>
                  </a:lnTo>
                  <a:cubicBezTo>
                    <a:pt x="15660" y="20233"/>
                    <a:pt x="16258" y="20834"/>
                    <a:pt x="16795" y="21095"/>
                  </a:cubicBezTo>
                  <a:cubicBezTo>
                    <a:pt x="17662" y="21499"/>
                    <a:pt x="18664" y="21499"/>
                    <a:pt x="19531" y="21095"/>
                  </a:cubicBezTo>
                  <a:cubicBezTo>
                    <a:pt x="19873" y="20935"/>
                    <a:pt x="20186" y="20713"/>
                    <a:pt x="20453" y="20446"/>
                  </a:cubicBezTo>
                  <a:cubicBezTo>
                    <a:pt x="20720" y="20179"/>
                    <a:pt x="20935" y="19866"/>
                    <a:pt x="21095" y="19524"/>
                  </a:cubicBezTo>
                  <a:cubicBezTo>
                    <a:pt x="21499" y="18656"/>
                    <a:pt x="21499" y="17662"/>
                    <a:pt x="21095" y="16795"/>
                  </a:cubicBezTo>
                  <a:cubicBezTo>
                    <a:pt x="20834" y="16258"/>
                    <a:pt x="20240" y="15660"/>
                    <a:pt x="19243" y="14663"/>
                  </a:cubicBezTo>
                  <a:lnTo>
                    <a:pt x="15275" y="10695"/>
                  </a:lnTo>
                  <a:lnTo>
                    <a:pt x="19243" y="6735"/>
                  </a:lnTo>
                  <a:cubicBezTo>
                    <a:pt x="20240" y="5738"/>
                    <a:pt x="20834" y="5140"/>
                    <a:pt x="21095" y="4603"/>
                  </a:cubicBezTo>
                  <a:cubicBezTo>
                    <a:pt x="21499" y="3736"/>
                    <a:pt x="21499" y="2734"/>
                    <a:pt x="21095" y="1867"/>
                  </a:cubicBezTo>
                  <a:cubicBezTo>
                    <a:pt x="20935" y="1525"/>
                    <a:pt x="20720" y="1212"/>
                    <a:pt x="20453" y="945"/>
                  </a:cubicBezTo>
                  <a:cubicBezTo>
                    <a:pt x="20186" y="678"/>
                    <a:pt x="19873" y="463"/>
                    <a:pt x="19531" y="303"/>
                  </a:cubicBezTo>
                  <a:cubicBezTo>
                    <a:pt x="18664" y="-101"/>
                    <a:pt x="17662" y="-101"/>
                    <a:pt x="16795" y="303"/>
                  </a:cubicBezTo>
                  <a:cubicBezTo>
                    <a:pt x="16258" y="564"/>
                    <a:pt x="15660" y="1158"/>
                    <a:pt x="14663" y="2155"/>
                  </a:cubicBezTo>
                  <a:lnTo>
                    <a:pt x="10703" y="6123"/>
                  </a:lnTo>
                  <a:lnTo>
                    <a:pt x="6735" y="2155"/>
                  </a:lnTo>
                  <a:cubicBezTo>
                    <a:pt x="5738" y="1158"/>
                    <a:pt x="5140" y="564"/>
                    <a:pt x="4603" y="303"/>
                  </a:cubicBezTo>
                  <a:cubicBezTo>
                    <a:pt x="4170" y="101"/>
                    <a:pt x="3706" y="1"/>
                    <a:pt x="3239" y="1"/>
                  </a:cubicBezTo>
                  <a:close/>
                </a:path>
              </a:pathLst>
            </a:custGeom>
            <a:solidFill>
              <a:schemeClr val="accent3"/>
            </a:solidFill>
            <a:ln w="12700">
              <a:miter lim="400000"/>
            </a:ln>
          </p:spPr>
          <p:txBody>
            <a:bodyPr lIns="0" tIns="0" rIns="0" bIns="0" anchor="ctr"/>
            <a:lstStyle/>
            <a:p>
              <a:pPr>
                <a:defRPr sz="3200" b="0">
                  <a:solidFill>
                    <a:srgbClr val="FFFFFF"/>
                  </a:solidFill>
                  <a:latin typeface="+mn-lt"/>
                  <a:ea typeface="+mn-ea"/>
                  <a:cs typeface="+mn-cs"/>
                  <a:sym typeface="Helvetica Neue Medium"/>
                </a:defRPr>
              </a:pPr>
              <a:endParaRPr sz="3200" b="0" dirty="0">
                <a:latin typeface="Arial" panose="020B0604020202020204" pitchFamily="34" charset="0"/>
                <a:cs typeface="Arial" panose="020B0604020202020204" pitchFamily="34" charset="0"/>
              </a:endParaRPr>
            </a:p>
          </p:txBody>
        </p:sp>
      </p:grpSp>
      <p:grpSp>
        <p:nvGrpSpPr>
          <p:cNvPr id="5" name="Group 4">
            <a:extLst>
              <a:ext uri="{FF2B5EF4-FFF2-40B4-BE49-F238E27FC236}">
                <a16:creationId xmlns:a16="http://schemas.microsoft.com/office/drawing/2014/main" id="{F317B347-D8D1-0043-85EA-3ED05A8E808A}"/>
              </a:ext>
            </a:extLst>
          </p:cNvPr>
          <p:cNvGrpSpPr/>
          <p:nvPr/>
        </p:nvGrpSpPr>
        <p:grpSpPr>
          <a:xfrm>
            <a:off x="1427163" y="8998887"/>
            <a:ext cx="10477499" cy="1270001"/>
            <a:chOff x="2158307" y="8195626"/>
            <a:chExt cx="10477499" cy="1270001"/>
          </a:xfrm>
        </p:grpSpPr>
        <p:sp>
          <p:nvSpPr>
            <p:cNvPr id="756" name="Rounded Rectangle"/>
            <p:cNvSpPr/>
            <p:nvPr/>
          </p:nvSpPr>
          <p:spPr>
            <a:xfrm>
              <a:off x="2158307" y="8195626"/>
              <a:ext cx="10477499" cy="1270001"/>
            </a:xfrm>
            <a:prstGeom prst="roundRect">
              <a:avLst>
                <a:gd name="adj" fmla="val 30239"/>
              </a:avLst>
            </a:prstGeom>
            <a:solidFill>
              <a:schemeClr val="accent1"/>
            </a:solidFill>
            <a:ln w="12700">
              <a:miter lim="400000"/>
            </a:ln>
          </p:spPr>
          <p:txBody>
            <a:bodyPr lIns="0" tIns="0" rIns="0" bIns="0" anchor="ctr"/>
            <a:lstStyle/>
            <a:p>
              <a:pPr>
                <a:defRPr sz="3200" b="0">
                  <a:solidFill>
                    <a:srgbClr val="FFFFFF"/>
                  </a:solidFill>
                  <a:latin typeface="+mn-lt"/>
                  <a:ea typeface="+mn-ea"/>
                  <a:cs typeface="+mn-cs"/>
                  <a:sym typeface="Helvetica Neue Medium"/>
                </a:defRPr>
              </a:pPr>
              <a:endParaRPr sz="3200" b="0" dirty="0">
                <a:latin typeface="Arial" panose="020B0604020202020204" pitchFamily="34" charset="0"/>
                <a:cs typeface="Arial" panose="020B0604020202020204" pitchFamily="34" charset="0"/>
              </a:endParaRPr>
            </a:p>
          </p:txBody>
        </p:sp>
        <p:sp>
          <p:nvSpPr>
            <p:cNvPr id="757" name="Circle"/>
            <p:cNvSpPr/>
            <p:nvPr/>
          </p:nvSpPr>
          <p:spPr>
            <a:xfrm>
              <a:off x="2536210" y="8537484"/>
              <a:ext cx="560887" cy="560886"/>
            </a:xfrm>
            <a:prstGeom prst="ellipse">
              <a:avLst/>
            </a:prstGeom>
            <a:solidFill>
              <a:schemeClr val="bg1"/>
            </a:solidFill>
            <a:ln w="12700">
              <a:miter lim="400000"/>
            </a:ln>
          </p:spPr>
          <p:txBody>
            <a:bodyPr lIns="0" tIns="0" rIns="0" bIns="0" anchor="ctr"/>
            <a:lstStyle/>
            <a:p>
              <a:pPr>
                <a:defRPr sz="3200" b="0">
                  <a:solidFill>
                    <a:srgbClr val="FFFFFF"/>
                  </a:solidFill>
                  <a:latin typeface="+mn-lt"/>
                  <a:ea typeface="+mn-ea"/>
                  <a:cs typeface="+mn-cs"/>
                  <a:sym typeface="Helvetica Neue Medium"/>
                </a:defRPr>
              </a:pPr>
              <a:endParaRPr sz="3200" b="0" dirty="0">
                <a:latin typeface="Arial" panose="020B0604020202020204" pitchFamily="34" charset="0"/>
                <a:cs typeface="Arial" panose="020B0604020202020204" pitchFamily="34" charset="0"/>
              </a:endParaRPr>
            </a:p>
          </p:txBody>
        </p:sp>
        <p:sp>
          <p:nvSpPr>
            <p:cNvPr id="758" name="Lorem ipsum dolor sit amet, consectetur adipiscing elit, sed do eiusmod tempor incididunt ut labore et dolore magna."/>
            <p:cNvSpPr txBox="1"/>
            <p:nvPr/>
          </p:nvSpPr>
          <p:spPr>
            <a:xfrm>
              <a:off x="3495978" y="8409391"/>
              <a:ext cx="7776219" cy="87799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1" tIns="50801" rIns="50801" bIns="50801">
              <a:spAutoFit/>
            </a:bodyPr>
            <a:lstStyle>
              <a:lvl1pPr algn="l" defTabSz="457200">
                <a:lnSpc>
                  <a:spcPct val="120000"/>
                </a:lnSpc>
                <a:defRPr sz="2800" b="0">
                  <a:solidFill>
                    <a:srgbClr val="F0F0F0"/>
                  </a:solidFill>
                  <a:latin typeface="Arial"/>
                  <a:ea typeface="Arial"/>
                  <a:cs typeface="Arial"/>
                  <a:sym typeface="Arial"/>
                </a:defRPr>
              </a:lvl1pPr>
            </a:lstStyle>
            <a:p>
              <a:r>
                <a:rPr lang="ru-RU" sz="2800" dirty="0">
                  <a:solidFill>
                    <a:schemeClr val="bg2"/>
                  </a:solidFill>
                  <a:latin typeface="Arial" panose="020B0604020202020204" pitchFamily="34" charset="0"/>
                  <a:cs typeface="Arial" panose="020B0604020202020204" pitchFamily="34" charset="0"/>
                </a:rPr>
                <a:t>Массивная обувь</a:t>
              </a:r>
              <a:endParaRPr lang="ru-RU" sz="2800" dirty="0">
                <a:solidFill>
                  <a:schemeClr val="bg2"/>
                </a:solidFill>
                <a:latin typeface="Arial" panose="020B0604020202020204" pitchFamily="34" charset="0"/>
                <a:cs typeface="Arial" panose="020B0604020202020204" pitchFamily="34" charset="0"/>
              </a:endParaRPr>
            </a:p>
          </p:txBody>
        </p:sp>
        <p:sp>
          <p:nvSpPr>
            <p:cNvPr id="771" name="Shape"/>
            <p:cNvSpPr/>
            <p:nvPr/>
          </p:nvSpPr>
          <p:spPr>
            <a:xfrm>
              <a:off x="2730512" y="8731786"/>
              <a:ext cx="172283" cy="172282"/>
            </a:xfrm>
            <a:custGeom>
              <a:avLst/>
              <a:gdLst/>
              <a:ahLst/>
              <a:cxnLst>
                <a:cxn ang="0">
                  <a:pos x="wd2" y="hd2"/>
                </a:cxn>
                <a:cxn ang="5400000">
                  <a:pos x="wd2" y="hd2"/>
                </a:cxn>
                <a:cxn ang="10800000">
                  <a:pos x="wd2" y="hd2"/>
                </a:cxn>
                <a:cxn ang="16200000">
                  <a:pos x="wd2" y="hd2"/>
                </a:cxn>
              </a:cxnLst>
              <a:rect l="0" t="0" r="r" b="b"/>
              <a:pathLst>
                <a:path w="21398" h="21398" extrusionOk="0">
                  <a:moveTo>
                    <a:pt x="3239" y="1"/>
                  </a:moveTo>
                  <a:cubicBezTo>
                    <a:pt x="2772" y="1"/>
                    <a:pt x="2301" y="101"/>
                    <a:pt x="1867" y="303"/>
                  </a:cubicBezTo>
                  <a:cubicBezTo>
                    <a:pt x="1525" y="463"/>
                    <a:pt x="1219" y="678"/>
                    <a:pt x="952" y="945"/>
                  </a:cubicBezTo>
                  <a:cubicBezTo>
                    <a:pt x="685" y="1212"/>
                    <a:pt x="463" y="1525"/>
                    <a:pt x="303" y="1867"/>
                  </a:cubicBezTo>
                  <a:cubicBezTo>
                    <a:pt x="-101" y="2734"/>
                    <a:pt x="-101" y="3736"/>
                    <a:pt x="303" y="4603"/>
                  </a:cubicBezTo>
                  <a:cubicBezTo>
                    <a:pt x="564" y="5140"/>
                    <a:pt x="1165" y="5738"/>
                    <a:pt x="2162" y="6735"/>
                  </a:cubicBezTo>
                  <a:lnTo>
                    <a:pt x="6123" y="10695"/>
                  </a:lnTo>
                  <a:lnTo>
                    <a:pt x="2162" y="14663"/>
                  </a:lnTo>
                  <a:cubicBezTo>
                    <a:pt x="1166" y="15660"/>
                    <a:pt x="564" y="16258"/>
                    <a:pt x="303" y="16795"/>
                  </a:cubicBezTo>
                  <a:cubicBezTo>
                    <a:pt x="-101" y="17662"/>
                    <a:pt x="-101" y="18656"/>
                    <a:pt x="303" y="19524"/>
                  </a:cubicBezTo>
                  <a:cubicBezTo>
                    <a:pt x="463" y="19866"/>
                    <a:pt x="685" y="20179"/>
                    <a:pt x="952" y="20446"/>
                  </a:cubicBezTo>
                  <a:cubicBezTo>
                    <a:pt x="1219" y="20713"/>
                    <a:pt x="1525" y="20935"/>
                    <a:pt x="1867" y="21095"/>
                  </a:cubicBezTo>
                  <a:cubicBezTo>
                    <a:pt x="2734" y="21499"/>
                    <a:pt x="3736" y="21499"/>
                    <a:pt x="4603" y="21095"/>
                  </a:cubicBezTo>
                  <a:cubicBezTo>
                    <a:pt x="5140" y="20834"/>
                    <a:pt x="5738" y="20233"/>
                    <a:pt x="6735" y="19236"/>
                  </a:cubicBezTo>
                  <a:lnTo>
                    <a:pt x="10703" y="15275"/>
                  </a:lnTo>
                  <a:lnTo>
                    <a:pt x="14663" y="19236"/>
                  </a:lnTo>
                  <a:cubicBezTo>
                    <a:pt x="15660" y="20233"/>
                    <a:pt x="16258" y="20834"/>
                    <a:pt x="16795" y="21095"/>
                  </a:cubicBezTo>
                  <a:cubicBezTo>
                    <a:pt x="17662" y="21499"/>
                    <a:pt x="18664" y="21499"/>
                    <a:pt x="19531" y="21095"/>
                  </a:cubicBezTo>
                  <a:cubicBezTo>
                    <a:pt x="19873" y="20935"/>
                    <a:pt x="20186" y="20713"/>
                    <a:pt x="20453" y="20446"/>
                  </a:cubicBezTo>
                  <a:cubicBezTo>
                    <a:pt x="20720" y="20179"/>
                    <a:pt x="20935" y="19866"/>
                    <a:pt x="21095" y="19524"/>
                  </a:cubicBezTo>
                  <a:cubicBezTo>
                    <a:pt x="21499" y="18656"/>
                    <a:pt x="21499" y="17662"/>
                    <a:pt x="21095" y="16795"/>
                  </a:cubicBezTo>
                  <a:cubicBezTo>
                    <a:pt x="20834" y="16258"/>
                    <a:pt x="20240" y="15660"/>
                    <a:pt x="19243" y="14663"/>
                  </a:cubicBezTo>
                  <a:lnTo>
                    <a:pt x="15275" y="10695"/>
                  </a:lnTo>
                  <a:lnTo>
                    <a:pt x="19243" y="6735"/>
                  </a:lnTo>
                  <a:cubicBezTo>
                    <a:pt x="20240" y="5738"/>
                    <a:pt x="20834" y="5140"/>
                    <a:pt x="21095" y="4603"/>
                  </a:cubicBezTo>
                  <a:cubicBezTo>
                    <a:pt x="21499" y="3736"/>
                    <a:pt x="21499" y="2734"/>
                    <a:pt x="21095" y="1867"/>
                  </a:cubicBezTo>
                  <a:cubicBezTo>
                    <a:pt x="20935" y="1525"/>
                    <a:pt x="20720" y="1212"/>
                    <a:pt x="20453" y="945"/>
                  </a:cubicBezTo>
                  <a:cubicBezTo>
                    <a:pt x="20186" y="678"/>
                    <a:pt x="19873" y="463"/>
                    <a:pt x="19531" y="303"/>
                  </a:cubicBezTo>
                  <a:cubicBezTo>
                    <a:pt x="18664" y="-101"/>
                    <a:pt x="17662" y="-101"/>
                    <a:pt x="16795" y="303"/>
                  </a:cubicBezTo>
                  <a:cubicBezTo>
                    <a:pt x="16258" y="564"/>
                    <a:pt x="15660" y="1158"/>
                    <a:pt x="14663" y="2155"/>
                  </a:cubicBezTo>
                  <a:lnTo>
                    <a:pt x="10703" y="6123"/>
                  </a:lnTo>
                  <a:lnTo>
                    <a:pt x="6735" y="2155"/>
                  </a:lnTo>
                  <a:cubicBezTo>
                    <a:pt x="5738" y="1158"/>
                    <a:pt x="5140" y="564"/>
                    <a:pt x="4603" y="303"/>
                  </a:cubicBezTo>
                  <a:cubicBezTo>
                    <a:pt x="4170" y="101"/>
                    <a:pt x="3706" y="1"/>
                    <a:pt x="3239" y="1"/>
                  </a:cubicBezTo>
                  <a:close/>
                </a:path>
              </a:pathLst>
            </a:custGeom>
            <a:solidFill>
              <a:schemeClr val="accent3"/>
            </a:solidFill>
            <a:ln w="12700">
              <a:miter lim="400000"/>
            </a:ln>
          </p:spPr>
          <p:txBody>
            <a:bodyPr lIns="0" tIns="0" rIns="0" bIns="0" anchor="ctr"/>
            <a:lstStyle/>
            <a:p>
              <a:pPr>
                <a:defRPr sz="3200" b="0">
                  <a:solidFill>
                    <a:srgbClr val="FFFFFF"/>
                  </a:solidFill>
                  <a:latin typeface="+mn-lt"/>
                  <a:ea typeface="+mn-ea"/>
                  <a:cs typeface="+mn-cs"/>
                  <a:sym typeface="Helvetica Neue Medium"/>
                </a:defRPr>
              </a:pPr>
              <a:endParaRPr sz="3200" b="0" dirty="0">
                <a:latin typeface="Arial" panose="020B0604020202020204" pitchFamily="34" charset="0"/>
                <a:cs typeface="Arial" panose="020B0604020202020204" pitchFamily="34" charset="0"/>
              </a:endParaRPr>
            </a:p>
          </p:txBody>
        </p:sp>
      </p:grpSp>
      <p:sp>
        <p:nvSpPr>
          <p:cNvPr id="33" name="Rectangle">
            <a:extLst>
              <a:ext uri="{FF2B5EF4-FFF2-40B4-BE49-F238E27FC236}">
                <a16:creationId xmlns:a16="http://schemas.microsoft.com/office/drawing/2014/main" id="{7B07D879-A315-4F0F-930A-1128AF2AE832}"/>
              </a:ext>
            </a:extLst>
          </p:cNvPr>
          <p:cNvSpPr/>
          <p:nvPr/>
        </p:nvSpPr>
        <p:spPr>
          <a:xfrm>
            <a:off x="12876214" y="2577132"/>
            <a:ext cx="3017521" cy="143978"/>
          </a:xfrm>
          <a:prstGeom prst="rect">
            <a:avLst/>
          </a:prstGeom>
          <a:solidFill>
            <a:schemeClr val="accent1"/>
          </a:solidFill>
          <a:ln w="12700" cap="flat">
            <a:noFill/>
            <a:miter lim="400000"/>
          </a:ln>
          <a:effectLst/>
        </p:spPr>
        <p:txBody>
          <a:bodyPr wrap="square" lIns="0" tIns="0" rIns="0" bIns="0" numCol="1" anchor="ctr">
            <a:noAutofit/>
          </a:bodyPr>
          <a:lstStyle/>
          <a:p>
            <a:pPr>
              <a:defRPr sz="3200" b="0">
                <a:solidFill>
                  <a:srgbClr val="FFFFFF"/>
                </a:solidFill>
                <a:latin typeface="+mn-lt"/>
                <a:ea typeface="+mn-ea"/>
                <a:cs typeface="+mn-cs"/>
                <a:sym typeface="Helvetica Neue Medium"/>
              </a:defRPr>
            </a:pPr>
            <a:endParaRPr sz="3200" dirty="0">
              <a:latin typeface="Arial Black" panose="020B0604020202020204" pitchFamily="34" charset="0"/>
              <a:cs typeface="Arial Black" panose="020B0604020202020204" pitchFamily="34" charset="0"/>
            </a:endParaRPr>
          </a:p>
        </p:txBody>
      </p:sp>
      <p:sp>
        <p:nvSpPr>
          <p:cNvPr id="34" name="Subtitle Text">
            <a:extLst>
              <a:ext uri="{FF2B5EF4-FFF2-40B4-BE49-F238E27FC236}">
                <a16:creationId xmlns:a16="http://schemas.microsoft.com/office/drawing/2014/main" id="{C853EA00-E054-4611-8B19-832613EF36D2}"/>
              </a:ext>
            </a:extLst>
          </p:cNvPr>
          <p:cNvSpPr/>
          <p:nvPr/>
        </p:nvSpPr>
        <p:spPr>
          <a:xfrm>
            <a:off x="12876215" y="2266950"/>
            <a:ext cx="3322710" cy="337530"/>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solidFill>
            <a:schemeClr val="accent1"/>
          </a:solid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1" tIns="50801" rIns="50801" bIns="50801" numCol="1" anchor="t">
            <a:spAutoFit/>
          </a:bodyPr>
          <a:lstStyle>
            <a:lvl1pPr algn="l" defTabSz="457200">
              <a:lnSpc>
                <a:spcPct val="120000"/>
              </a:lnSpc>
              <a:defRPr sz="1400" cap="all" spc="1120">
                <a:solidFill>
                  <a:srgbClr val="242423"/>
                </a:solidFill>
                <a:latin typeface="Arial"/>
                <a:ea typeface="Arial"/>
                <a:cs typeface="Arial"/>
                <a:sym typeface="Arial"/>
              </a:defRPr>
            </a:lvl1pPr>
          </a:lstStyle>
          <a:p>
            <a:r>
              <a:rPr lang="ru-RU" sz="1401" dirty="0">
                <a:solidFill>
                  <a:schemeClr val="accent1"/>
                </a:solidFill>
                <a:latin typeface="Arial" panose="020B0604020202020204" pitchFamily="34" charset="0"/>
                <a:cs typeface="Arial" panose="020B0604020202020204" pitchFamily="34" charset="0"/>
              </a:rPr>
              <a:t>Стиль</a:t>
            </a:r>
            <a:endParaRPr lang="ru-RU" sz="1401" dirty="0">
              <a:solidFill>
                <a:schemeClr val="accent1"/>
              </a:solidFill>
              <a:latin typeface="Arial" panose="020B0604020202020204" pitchFamily="34" charset="0"/>
              <a:cs typeface="Arial" panose="020B0604020202020204" pitchFamily="34" charset="0"/>
            </a:endParaRPr>
          </a:p>
        </p:txBody>
      </p:sp>
      <p:sp>
        <p:nvSpPr>
          <p:cNvPr id="9001" name="!!Ring" descr="Светящееся кольцо"/>
          <p:cNvSpPr/>
          <p:nvPr/>
        </p:nvSpPr>
        <p:spPr>
          <a:xfrm>
            <a:off x="4937760" y="365760"/>
            <a:ext cx="3657600" cy="3657600"/>
          </a:xfrm>
          <a:prstGeom prst="ellipse">
            <a:avLst/>
          </a:prstGeom>
          <a:noFill/>
          <a:ln w="76200">
            <a:solidFill>
              <a:srgbClr val="C80D3F"/>
            </a:solidFill>
          </a:ln>
          <a:effectLst>
            <a:glow rad="355600">
              <a:srgbClr val="C80D3F">
                <a:alpha val="55000"/>
              </a:srgbClr>
            </a:glow>
          </a:effectLst>
        </p:spPr>
      </p:sp>
      <mc:AlternateContent xmlns:mc="http://schemas.openxmlformats.org/markup-compatibility/2006">
        <mc:Choice xmlns:am3d="http://schemas.microsoft.com/office/drawing/2017/model3d" Requires="am3d">
          <p:graphicFrame>
            <p:nvGraphicFramePr>
              <p:cNvPr id="9002" name="!!Emblem3D" descr="3D-модель эмблемы Президентской академии"/>
              <p:cNvGraphicFramePr>
                <a:graphicFrameLocks noGrp="1" noChangeAspect="1"/>
              </p:cNvGraphicFramePr>
              <p:nvPr/>
            </p:nvGraphicFramePr>
            <p:xfrm>
              <a:off x="5266944" y="694944"/>
              <a:ext cx="2999232" cy="2999232"/>
            </p:xfrm>
            <a:graphic>
              <a:graphicData uri="http://schemas.microsoft.com/office/drawing/2017/model3d">
                <am3d:model3d r:embed="rId2">
                  <am3d:spPr>
                    <a:xfrm>
                      <a:off x="5266944" y="694944"/>
                      <a:ext cx="2999232" cy="2999232"/>
                    </a:xfrm>
                    <a:prstGeom prst="rect">
                      <a:avLst/>
                    </a:prstGeom>
                    <a:effectLst>
                      <a:glow rad="190500">
                        <a:srgbClr val="C80D3F">
                          <a:alpha val="40000"/>
                        </a:srgbClr>
                      </a:glow>
                    </a:effectLst>
                  </am3d:spPr>
                  <am3d:camera>
                    <am3d:pos x="0" y="0" z="52000000"/>
                    <am3d:up dx="0" dy="36000000" dz="0"/>
                    <am3d:lookAt x="0" y="0" z="0"/>
                    <am3d:perspective fov="2700000"/>
                  </am3d:camera>
                  <am3d:trans>
                    <am3d:meterPerModelUnit n="1000000" d="1000000"/>
                    <am3d:preTrans dx="0" dy="0" dz="0"/>
                    <am3d:scale>
                      <am3d:sx n="1000000" d="1000000"/>
                      <am3d:sy n="1000000" d="1000000"/>
                      <am3d:sz n="1000000" d="1000000"/>
                    </am3d:scale>
                    <am3d:rot ax="21120000" ay="2100000" az="0"/>
                    <am3d:postTrans dx="0" dy="0" dz="0"/>
                  </am3d:trans>
                  <am3d:raster rName="Office3DRenderer" rVer="16.0.8326">
                    <am3d:blip r:embed="rId3"/>
                  </am3d:raster>
                  <am3d:objViewport viewportSz="2999232"/>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9002" name="!!Emblem3D" descr="3D-модель эмблемы Президентской академии"/>
              <p:cNvPicPr>
                <a:picLocks noGrp="1" noRot="1" noChangeAspect="1" noMove="1" noResize="1" noEditPoints="1" noAdjustHandles="1" noChangeArrowheads="1" noChangeShapeType="1" noCrop="1"/>
              </p:cNvPicPr>
              <p:nvPr/>
            </p:nvPicPr>
            <p:blipFill>
              <a:blip r:embed="rId3"/>
              <a:stretch>
                <a:fillRect/>
              </a:stretch>
            </p:blipFill>
            <p:spPr>
              <a:xfrm>
                <a:off x="5266944" y="694944"/>
                <a:ext cx="2999232" cy="2999232"/>
              </a:xfrm>
              <a:prstGeom prst="rect">
                <a:avLst/>
              </a:prstGeom>
              <a:effectLst>
                <a:glow rad="190500">
                  <a:srgbClr val="C80D3F">
                    <a:alpha val="40000"/>
                  </a:srgbClr>
                </a:glow>
              </a:effectLst>
            </p:spPr>
          </p:pic>
        </mc:Fallback>
      </mc:AlternateContent>
      <mc:AlternateContent xmlns:mc="http://schemas.openxmlformats.org/markup-compatibility/2006">
        <mc:Choice xmlns:am3d="http://schemas.microsoft.com/office/drawing/2017/model3d" Requires="am3d">
          <p:graphicFrame>
            <p:nvGraphicFramePr>
              <p:cNvPr id="9012" name="!!Boot3D" descr="3D-модель ботинка с высокой шнуровкой"/>
              <p:cNvGraphicFramePr>
                <a:graphicFrameLocks noGrp="1" noChangeAspect="1"/>
              </p:cNvGraphicFramePr>
              <p:nvPr/>
            </p:nvGraphicFramePr>
            <p:xfrm>
              <a:off x="13137184" y="8199424"/>
              <a:ext cx="4723792" cy="4723792"/>
            </p:xfrm>
            <a:graphic>
              <a:graphicData uri="http://schemas.microsoft.com/office/drawing/2017/model3d">
                <am3d:model3d r:embed="rId4">
                  <am3d:spPr>
                    <a:xfrm>
                      <a:off x="13137184" y="8199424"/>
                      <a:ext cx="4723792" cy="4723792"/>
                    </a:xfrm>
                    <a:prstGeom prst="rect">
                      <a:avLst/>
                    </a:prstGeom>
                    <a:effectLst>
                      <a:glow rad="190500">
                        <a:srgbClr val="C80D3F">
                          <a:alpha val="40000"/>
                        </a:srgbClr>
                      </a:glow>
                    </a:effectLst>
                  </am3d:spPr>
                  <am3d:camera>
                    <am3d:pos x="0" y="0" z="52000000"/>
                    <am3d:up dx="0" dy="36000000" dz="0"/>
                    <am3d:lookAt x="0" y="0" z="0"/>
                    <am3d:perspective fov="2700000"/>
                  </am3d:camera>
                  <am3d:trans>
                    <am3d:meterPerModelUnit n="1000000" d="1000000"/>
                    <am3d:preTrans dx="0" dy="0" dz="0"/>
                    <am3d:scale>
                      <am3d:sx n="1000000" d="1000000"/>
                      <am3d:sy n="1000000" d="1000000"/>
                      <am3d:sz n="1000000" d="1000000"/>
                    </am3d:scale>
                    <am3d:rot ax="600000" ay="2100000" az="0"/>
                    <am3d:postTrans dx="0" dy="0" dz="0"/>
                  </am3d:trans>
                  <am3d:raster rName="Office3DRenderer" rVer="16.0.8326">
                    <am3d:blip r:embed="rId5"/>
                  </am3d:raster>
                  <am3d:objViewport viewportSz="4723792"/>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9012" name="!!Boot3D" descr="3D-модель ботинка с высокой шнуровкой"/>
              <p:cNvPicPr>
                <a:picLocks noGrp="1" noRot="1" noChangeAspect="1" noMove="1" noResize="1" noEditPoints="1" noAdjustHandles="1" noChangeArrowheads="1" noChangeShapeType="1" noCrop="1"/>
              </p:cNvPicPr>
              <p:nvPr/>
            </p:nvPicPr>
            <p:blipFill>
              <a:blip r:embed="rId5"/>
              <a:stretch>
                <a:fillRect/>
              </a:stretch>
            </p:blipFill>
            <p:spPr>
              <a:xfrm>
                <a:off x="13137184" y="8199424"/>
                <a:ext cx="4723792" cy="4723792"/>
              </a:xfrm>
              <a:prstGeom prst="rect">
                <a:avLst/>
              </a:prstGeom>
              <a:effectLst>
                <a:glow rad="190500">
                  <a:srgbClr val="C80D3F">
                    <a:alpha val="40000"/>
                  </a:srgbClr>
                </a:glow>
              </a:effectLst>
            </p:spPr>
          </p:pic>
        </mc:Fallback>
      </mc:AlternateContent>
      <mc:AlternateContent xmlns:mc="http://schemas.openxmlformats.org/markup-compatibility/2006">
        <mc:Choice xmlns:am3d="http://schemas.microsoft.com/office/drawing/2017/model3d" Requires="am3d">
          <p:graphicFrame>
            <p:nvGraphicFramePr>
              <p:cNvPr id="9022" name="!!Braces3D" descr="3D-модель подтяжек"/>
              <p:cNvGraphicFramePr>
                <a:graphicFrameLocks noGrp="1" noChangeAspect="1"/>
              </p:cNvGraphicFramePr>
              <p:nvPr/>
            </p:nvGraphicFramePr>
            <p:xfrm>
              <a:off x="17759476" y="8249716"/>
              <a:ext cx="4348888" cy="4348888"/>
            </p:xfrm>
            <a:graphic>
              <a:graphicData uri="http://schemas.microsoft.com/office/drawing/2017/model3d">
                <am3d:model3d r:embed="rId6">
                  <am3d:spPr>
                    <a:xfrm>
                      <a:off x="17759476" y="8249716"/>
                      <a:ext cx="4348888" cy="4348888"/>
                    </a:xfrm>
                    <a:prstGeom prst="rect">
                      <a:avLst/>
                    </a:prstGeom>
                    <a:effectLst>
                      <a:glow rad="190500">
                        <a:srgbClr val="C80D3F">
                          <a:alpha val="40000"/>
                        </a:srgbClr>
                      </a:glow>
                    </a:effectLst>
                  </am3d:spPr>
                  <am3d:camera>
                    <am3d:pos x="0" y="0" z="52000000"/>
                    <am3d:up dx="0" dy="36000000" dz="0"/>
                    <am3d:lookAt x="0" y="0" z="0"/>
                    <am3d:perspective fov="2700000"/>
                  </am3d:camera>
                  <am3d:trans>
                    <am3d:meterPerModelUnit n="1000000" d="1000000"/>
                    <am3d:preTrans dx="0" dy="0" dz="0"/>
                    <am3d:scale>
                      <am3d:sx n="1000000" d="1000000"/>
                      <am3d:sy n="1000000" d="1000000"/>
                      <am3d:sz n="1000000" d="1000000"/>
                    </am3d:scale>
                    <am3d:rot ax="900000" ay="20100000" az="0"/>
                    <am3d:postTrans dx="0" dy="0" dz="0"/>
                  </am3d:trans>
                  <am3d:raster rName="Office3DRenderer" rVer="16.0.8326">
                    <am3d:blip r:embed="rId7"/>
                  </am3d:raster>
                  <am3d:objViewport viewportSz="4348888"/>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9022" name="!!Braces3D" descr="3D-модель подтяжек"/>
              <p:cNvPicPr>
                <a:picLocks noGrp="1" noRot="1" noChangeAspect="1" noMove="1" noResize="1" noEditPoints="1" noAdjustHandles="1" noChangeArrowheads="1" noChangeShapeType="1" noCrop="1"/>
              </p:cNvPicPr>
              <p:nvPr/>
            </p:nvPicPr>
            <p:blipFill>
              <a:blip r:embed="rId7"/>
              <a:stretch>
                <a:fillRect/>
              </a:stretch>
            </p:blipFill>
            <p:spPr>
              <a:xfrm>
                <a:off x="17759476" y="8249716"/>
                <a:ext cx="4348888" cy="4348888"/>
              </a:xfrm>
              <a:prstGeom prst="rect">
                <a:avLst/>
              </a:prstGeom>
              <a:effectLst>
                <a:glow rad="190500">
                  <a:srgbClr val="C80D3F">
                    <a:alpha val="40000"/>
                  </a:srgbClr>
                </a:glow>
              </a:effectLst>
            </p:spPr>
          </p:pic>
        </mc:Fallback>
      </mc:AlternateContent>
      <mc:AlternateContent xmlns:mc="http://schemas.openxmlformats.org/markup-compatibility/2006">
        <mc:Choice xmlns:am3d="http://schemas.microsoft.com/office/drawing/2017/model3d" Requires="am3d">
          <p:graphicFrame>
            <p:nvGraphicFramePr>
              <p:cNvPr id="9032" name="!!Vinyl3D" descr="3D-модель виниловой пластинки ска"/>
              <p:cNvGraphicFramePr>
                <a:graphicFrameLocks noGrp="1" noChangeAspect="1"/>
              </p:cNvGraphicFramePr>
              <p:nvPr/>
            </p:nvGraphicFramePr>
            <p:xfrm>
              <a:off x="19778472" y="-7653528"/>
              <a:ext cx="5248656" cy="5248656"/>
            </p:xfrm>
            <a:graphic>
              <a:graphicData uri="http://schemas.microsoft.com/office/drawing/2017/model3d">
                <am3d:model3d r:embed="rId8">
                  <am3d:spPr>
                    <a:xfrm>
                      <a:off x="19778472" y="-7653528"/>
                      <a:ext cx="5248656" cy="5248656"/>
                    </a:xfrm>
                    <a:prstGeom prst="rect">
                      <a:avLst/>
                    </a:prstGeom>
                    <a:effectLst>
                      <a:glow rad="190500">
                        <a:srgbClr val="C80D3F">
                          <a:alpha val="40000"/>
                        </a:srgbClr>
                      </a:glow>
                    </a:effectLst>
                  </am3d:spPr>
                  <am3d:camera>
                    <am3d:pos x="0" y="0" z="52000000"/>
                    <am3d:up dx="0" dy="36000000" dz="0"/>
                    <am3d:lookAt x="0" y="0" z="0"/>
                    <am3d:perspective fov="2700000"/>
                  </am3d:camera>
                  <am3d:trans>
                    <am3d:meterPerModelUnit n="1000000" d="1000000"/>
                    <am3d:preTrans dx="0" dy="0" dz="0"/>
                    <am3d:scale>
                      <am3d:sx n="1000000" d="1000000"/>
                      <am3d:sy n="1000000" d="1000000"/>
                      <am3d:sz n="1000000" d="1000000"/>
                    </am3d:scale>
                    <am3d:rot ax="4200000" ay="14400000" az="0"/>
                    <am3d:postTrans dx="0" dy="0" dz="0"/>
                  </am3d:trans>
                  <am3d:raster rName="Office3DRenderer" rVer="16.0.8326">
                    <am3d:blip r:embed="rId9"/>
                  </am3d:raster>
                  <am3d:objViewport viewportSz="5248656"/>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9032" name="!!Vinyl3D" descr="3D-модель виниловой пластинки ска"/>
              <p:cNvPicPr>
                <a:picLocks noGrp="1" noRot="1" noChangeAspect="1" noMove="1" noResize="1" noEditPoints="1" noAdjustHandles="1" noChangeArrowheads="1" noChangeShapeType="1" noCrop="1"/>
              </p:cNvPicPr>
              <p:nvPr/>
            </p:nvPicPr>
            <p:blipFill>
              <a:blip r:embed="rId9"/>
              <a:stretch>
                <a:fillRect/>
              </a:stretch>
            </p:blipFill>
            <p:spPr>
              <a:xfrm>
                <a:off x="19778472" y="-7653528"/>
                <a:ext cx="5248656" cy="5248656"/>
              </a:xfrm>
              <a:prstGeom prst="rect">
                <a:avLst/>
              </a:prstGeom>
              <a:effectLst>
                <a:glow rad="190500">
                  <a:srgbClr val="C80D3F">
                    <a:alpha val="40000"/>
                  </a:srgbClr>
                </a:glow>
              </a:effectLst>
            </p:spPr>
          </p:pic>
        </mc:Fallback>
      </mc:AlternateContent>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39" fill="hold">
                            <p:stCondLst>
                              <p:cond delay="0"/>
                            </p:stCondLst>
                            <p:childTnLst>
                              <p:par>
                                <p:cTn id="4" presetID="42" presetClass="entr" presetSubtype="0" fill="hold" nodeType="withEffect">
                                  <p:stCondLst>
                                    <p:cond delay="500"/>
                                  </p:stCondLst>
                                  <p:childTnLst>
                                    <p:set>
                                      <p:cBhvr>
                                        <p:cTn id="5" dur="1" fill="hold">
                                          <p:stCondLst>
                                            <p:cond delay="0"/>
                                          </p:stCondLst>
                                        </p:cTn>
                                        <p:tgtEl>
                                          <p:spTgt spid="748"/>
                                        </p:tgtEl>
                                        <p:attrNameLst>
                                          <p:attrName>style.visibility</p:attrName>
                                        </p:attrNameLst>
                                      </p:cBhvr>
                                      <p:to>
                                        <p:strVal val="visible"/>
                                      </p:to>
                                    </p:set>
                                    <p:animEffect transition="in" filter="fade">
                                      <p:cBhvr>
                                        <p:cTn id="6" dur="1200"/>
                                        <p:tgtEl>
                                          <p:spTgt spid="748"/>
                                        </p:tgtEl>
                                      </p:cBhvr>
                                    </p:animEffect>
                                    <p:anim calcmode="lin" valueType="num">
                                      <p:cBhvr>
                                        <p:cTn id="7" dur="1200" decel="100000" fill="hold"/>
                                        <p:tgtEl>
                                          <p:spTgt spid="748"/>
                                        </p:tgtEl>
                                        <p:attrNameLst>
                                          <p:attrName>ppt_x</p:attrName>
                                        </p:attrNameLst>
                                      </p:cBhvr>
                                      <p:tavLst>
                                        <p:tav tm="0">
                                          <p:val>
                                            <p:strVal val="#ppt_x"/>
                                          </p:val>
                                        </p:tav>
                                        <p:tav tm="100000">
                                          <p:val>
                                            <p:strVal val="#ppt_x"/>
                                          </p:val>
                                        </p:tav>
                                      </p:tavLst>
                                    </p:anim>
                                    <p:anim calcmode="lin" valueType="num">
                                      <p:cBhvr>
                                        <p:cTn id="8" dur="1200" decel="100000" fill="hold"/>
                                        <p:tgtEl>
                                          <p:spTgt spid="748"/>
                                        </p:tgtEl>
                                        <p:attrNameLst>
                                          <p:attrName>ppt_y</p:attrName>
                                        </p:attrNameLst>
                                      </p:cBhvr>
                                      <p:tavLst>
                                        <p:tav tm="0">
                                          <p:val>
                                            <p:strVal val="#ppt_y+.1"/>
                                          </p:val>
                                        </p:tav>
                                        <p:tav tm="100000">
                                          <p:val>
                                            <p:strVal val="#ppt_y"/>
                                          </p:val>
                                        </p:tav>
                                      </p:tavLst>
                                    </p:anim>
                                  </p:childTnLst>
                                </p:cTn>
                              </p:par>
                              <p:par>
                                <p:cTn id="9" presetID="42" presetClass="entr" presetSubtype="0" fill="hold" nodeType="withEffect">
                                  <p:stCondLst>
                                    <p:cond delay="680"/>
                                  </p:stCondLst>
                                  <p:childTnLst>
                                    <p:set>
                                      <p:cBhvr>
                                        <p:cTn id="10" dur="1" fill="hold">
                                          <p:stCondLst>
                                            <p:cond delay="0"/>
                                          </p:stCondLst>
                                        </p:cTn>
                                        <p:tgtEl>
                                          <p:spTgt spid="749"/>
                                        </p:tgtEl>
                                        <p:attrNameLst>
                                          <p:attrName>style.visibility</p:attrName>
                                        </p:attrNameLst>
                                      </p:cBhvr>
                                      <p:to>
                                        <p:strVal val="visible"/>
                                      </p:to>
                                    </p:set>
                                    <p:animEffect transition="in" filter="fade">
                                      <p:cBhvr>
                                        <p:cTn id="11" dur="1200"/>
                                        <p:tgtEl>
                                          <p:spTgt spid="749"/>
                                        </p:tgtEl>
                                      </p:cBhvr>
                                    </p:animEffect>
                                    <p:anim calcmode="lin" valueType="num">
                                      <p:cBhvr>
                                        <p:cTn id="12" dur="1200" decel="100000" fill="hold"/>
                                        <p:tgtEl>
                                          <p:spTgt spid="749"/>
                                        </p:tgtEl>
                                        <p:attrNameLst>
                                          <p:attrName>ppt_x</p:attrName>
                                        </p:attrNameLst>
                                      </p:cBhvr>
                                      <p:tavLst>
                                        <p:tav tm="0">
                                          <p:val>
                                            <p:strVal val="#ppt_x"/>
                                          </p:val>
                                        </p:tav>
                                        <p:tav tm="100000">
                                          <p:val>
                                            <p:strVal val="#ppt_x"/>
                                          </p:val>
                                        </p:tav>
                                      </p:tavLst>
                                    </p:anim>
                                    <p:anim calcmode="lin" valueType="num">
                                      <p:cBhvr>
                                        <p:cTn id="13" dur="1200" decel="100000" fill="hold"/>
                                        <p:tgtEl>
                                          <p:spTgt spid="749"/>
                                        </p:tgtEl>
                                        <p:attrNameLst>
                                          <p:attrName>ppt_y</p:attrName>
                                        </p:attrNameLst>
                                      </p:cBhvr>
                                      <p:tavLst>
                                        <p:tav tm="0">
                                          <p:val>
                                            <p:strVal val="#ppt_y+.1"/>
                                          </p:val>
                                        </p:tav>
                                        <p:tav tm="100000">
                                          <p:val>
                                            <p:strVal val="#ppt_y"/>
                                          </p:val>
                                        </p:tav>
                                      </p:tavLst>
                                    </p:anim>
                                  </p:childTnLst>
                                </p:cTn>
                              </p:par>
                              <p:par>
                                <p:cTn id="14" presetID="42" presetClass="entr" presetSubtype="0" fill="hold" nodeType="withEffect">
                                  <p:stCondLst>
                                    <p:cond delay="860"/>
                                  </p:stCondLst>
                                  <p:childTnLst>
                                    <p:set>
                                      <p:cBhvr>
                                        <p:cTn id="15" dur="1" fill="hold">
                                          <p:stCondLst>
                                            <p:cond delay="0"/>
                                          </p:stCondLst>
                                        </p:cTn>
                                        <p:tgtEl>
                                          <p:spTgt spid="2"/>
                                        </p:tgtEl>
                                        <p:attrNameLst>
                                          <p:attrName>style.visibility</p:attrName>
                                        </p:attrNameLst>
                                      </p:cBhvr>
                                      <p:to>
                                        <p:strVal val="visible"/>
                                      </p:to>
                                    </p:set>
                                    <p:animEffect transition="in" filter="fade">
                                      <p:cBhvr>
                                        <p:cTn id="16" dur="1200"/>
                                        <p:tgtEl>
                                          <p:spTgt spid="2"/>
                                        </p:tgtEl>
                                      </p:cBhvr>
                                    </p:animEffect>
                                    <p:anim calcmode="lin" valueType="num">
                                      <p:cBhvr>
                                        <p:cTn id="17" dur="1200" decel="100000" fill="hold"/>
                                        <p:tgtEl>
                                          <p:spTgt spid="2"/>
                                        </p:tgtEl>
                                        <p:attrNameLst>
                                          <p:attrName>ppt_x</p:attrName>
                                        </p:attrNameLst>
                                      </p:cBhvr>
                                      <p:tavLst>
                                        <p:tav tm="0">
                                          <p:val>
                                            <p:strVal val="#ppt_x"/>
                                          </p:val>
                                        </p:tav>
                                        <p:tav tm="100000">
                                          <p:val>
                                            <p:strVal val="#ppt_x"/>
                                          </p:val>
                                        </p:tav>
                                      </p:tavLst>
                                    </p:anim>
                                    <p:anim calcmode="lin" valueType="num">
                                      <p:cBhvr>
                                        <p:cTn id="18" dur="1200" decel="100000" fill="hold"/>
                                        <p:tgtEl>
                                          <p:spTgt spid="2"/>
                                        </p:tgtEl>
                                        <p:attrNameLst>
                                          <p:attrName>ppt_y</p:attrName>
                                        </p:attrNameLst>
                                      </p:cBhvr>
                                      <p:tavLst>
                                        <p:tav tm="0">
                                          <p:val>
                                            <p:strVal val="#ppt_y+.1"/>
                                          </p:val>
                                        </p:tav>
                                        <p:tav tm="100000">
                                          <p:val>
                                            <p:strVal val="#ppt_y"/>
                                          </p:val>
                                        </p:tav>
                                      </p:tavLst>
                                    </p:anim>
                                  </p:childTnLst>
                                </p:cTn>
                              </p:par>
                              <p:par>
                                <p:cTn id="19" presetID="42" presetClass="entr" presetSubtype="0" fill="hold" nodeType="withEffect">
                                  <p:stCondLst>
                                    <p:cond delay="1040"/>
                                  </p:stCondLst>
                                  <p:childTnLst>
                                    <p:set>
                                      <p:cBhvr>
                                        <p:cTn id="20" dur="1" fill="hold">
                                          <p:stCondLst>
                                            <p:cond delay="0"/>
                                          </p:stCondLst>
                                        </p:cTn>
                                        <p:tgtEl>
                                          <p:spTgt spid="3"/>
                                        </p:tgtEl>
                                        <p:attrNameLst>
                                          <p:attrName>style.visibility</p:attrName>
                                        </p:attrNameLst>
                                      </p:cBhvr>
                                      <p:to>
                                        <p:strVal val="visible"/>
                                      </p:to>
                                    </p:set>
                                    <p:animEffect transition="in" filter="fade">
                                      <p:cBhvr>
                                        <p:cTn id="21" dur="1200"/>
                                        <p:tgtEl>
                                          <p:spTgt spid="3"/>
                                        </p:tgtEl>
                                      </p:cBhvr>
                                    </p:animEffect>
                                    <p:anim calcmode="lin" valueType="num">
                                      <p:cBhvr>
                                        <p:cTn id="22" dur="1200" decel="100000" fill="hold"/>
                                        <p:tgtEl>
                                          <p:spTgt spid="3"/>
                                        </p:tgtEl>
                                        <p:attrNameLst>
                                          <p:attrName>ppt_x</p:attrName>
                                        </p:attrNameLst>
                                      </p:cBhvr>
                                      <p:tavLst>
                                        <p:tav tm="0">
                                          <p:val>
                                            <p:strVal val="#ppt_x"/>
                                          </p:val>
                                        </p:tav>
                                        <p:tav tm="100000">
                                          <p:val>
                                            <p:strVal val="#ppt_x"/>
                                          </p:val>
                                        </p:tav>
                                      </p:tavLst>
                                    </p:anim>
                                    <p:anim calcmode="lin" valueType="num">
                                      <p:cBhvr>
                                        <p:cTn id="23" dur="1200" decel="100000" fill="hold"/>
                                        <p:tgtEl>
                                          <p:spTgt spid="3"/>
                                        </p:tgtEl>
                                        <p:attrNameLst>
                                          <p:attrName>ppt_y</p:attrName>
                                        </p:attrNameLst>
                                      </p:cBhvr>
                                      <p:tavLst>
                                        <p:tav tm="0">
                                          <p:val>
                                            <p:strVal val="#ppt_y+.1"/>
                                          </p:val>
                                        </p:tav>
                                        <p:tav tm="100000">
                                          <p:val>
                                            <p:strVal val="#ppt_y"/>
                                          </p:val>
                                        </p:tav>
                                      </p:tavLst>
                                    </p:anim>
                                  </p:childTnLst>
                                </p:cTn>
                              </p:par>
                              <p:par>
                                <p:cTn id="24" presetID="42" presetClass="entr" presetSubtype="0" fill="hold" nodeType="withEffect">
                                  <p:stCondLst>
                                    <p:cond delay="122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1200"/>
                                        <p:tgtEl>
                                          <p:spTgt spid="4"/>
                                        </p:tgtEl>
                                      </p:cBhvr>
                                    </p:animEffect>
                                    <p:anim calcmode="lin" valueType="num">
                                      <p:cBhvr>
                                        <p:cTn id="27" dur="1200" decel="100000" fill="hold"/>
                                        <p:tgtEl>
                                          <p:spTgt spid="4"/>
                                        </p:tgtEl>
                                        <p:attrNameLst>
                                          <p:attrName>ppt_x</p:attrName>
                                        </p:attrNameLst>
                                      </p:cBhvr>
                                      <p:tavLst>
                                        <p:tav tm="0">
                                          <p:val>
                                            <p:strVal val="#ppt_x"/>
                                          </p:val>
                                        </p:tav>
                                        <p:tav tm="100000">
                                          <p:val>
                                            <p:strVal val="#ppt_x"/>
                                          </p:val>
                                        </p:tav>
                                      </p:tavLst>
                                    </p:anim>
                                    <p:anim calcmode="lin" valueType="num">
                                      <p:cBhvr>
                                        <p:cTn id="28" dur="1200" decel="100000" fill="hold"/>
                                        <p:tgtEl>
                                          <p:spTgt spid="4"/>
                                        </p:tgtEl>
                                        <p:attrNameLst>
                                          <p:attrName>ppt_y</p:attrName>
                                        </p:attrNameLst>
                                      </p:cBhvr>
                                      <p:tavLst>
                                        <p:tav tm="0">
                                          <p:val>
                                            <p:strVal val="#ppt_y+.1"/>
                                          </p:val>
                                        </p:tav>
                                        <p:tav tm="100000">
                                          <p:val>
                                            <p:strVal val="#ppt_y"/>
                                          </p:val>
                                        </p:tav>
                                      </p:tavLst>
                                    </p:anim>
                                  </p:childTnLst>
                                </p:cTn>
                              </p:par>
                              <p:par>
                                <p:cTn id="29" presetID="42" presetClass="entr" presetSubtype="0" fill="hold" nodeType="withEffect">
                                  <p:stCondLst>
                                    <p:cond delay="140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1200"/>
                                        <p:tgtEl>
                                          <p:spTgt spid="5"/>
                                        </p:tgtEl>
                                      </p:cBhvr>
                                    </p:animEffect>
                                    <p:anim calcmode="lin" valueType="num">
                                      <p:cBhvr>
                                        <p:cTn id="32" dur="1200" decel="100000" fill="hold"/>
                                        <p:tgtEl>
                                          <p:spTgt spid="5"/>
                                        </p:tgtEl>
                                        <p:attrNameLst>
                                          <p:attrName>ppt_x</p:attrName>
                                        </p:attrNameLst>
                                      </p:cBhvr>
                                      <p:tavLst>
                                        <p:tav tm="0">
                                          <p:val>
                                            <p:strVal val="#ppt_x"/>
                                          </p:val>
                                        </p:tav>
                                        <p:tav tm="100000">
                                          <p:val>
                                            <p:strVal val="#ppt_x"/>
                                          </p:val>
                                        </p:tav>
                                      </p:tavLst>
                                    </p:anim>
                                    <p:anim calcmode="lin" valueType="num">
                                      <p:cBhvr>
                                        <p:cTn id="33" dur="1200" decel="100000" fill="hold"/>
                                        <p:tgtEl>
                                          <p:spTgt spid="5"/>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1580"/>
                                  </p:stCondLst>
                                  <p:childTnLst>
                                    <p:set>
                                      <p:cBhvr>
                                        <p:cTn id="35" dur="1" fill="hold">
                                          <p:stCondLst>
                                            <p:cond delay="0"/>
                                          </p:stCondLst>
                                        </p:cTn>
                                        <p:tgtEl>
                                          <p:spTgt spid="34"/>
                                        </p:tgtEl>
                                        <p:attrNameLst>
                                          <p:attrName>style.visibility</p:attrName>
                                        </p:attrNameLst>
                                      </p:cBhvr>
                                      <p:to>
                                        <p:strVal val="visible"/>
                                      </p:to>
                                    </p:set>
                                    <p:animEffect transition="in" filter="fade">
                                      <p:cBhvr>
                                        <p:cTn id="36" dur="1200"/>
                                        <p:tgtEl>
                                          <p:spTgt spid="34"/>
                                        </p:tgtEl>
                                      </p:cBhvr>
                                    </p:animEffect>
                                    <p:anim calcmode="lin" valueType="num">
                                      <p:cBhvr>
                                        <p:cTn id="37" dur="1200" decel="100000" fill="hold"/>
                                        <p:tgtEl>
                                          <p:spTgt spid="34"/>
                                        </p:tgtEl>
                                        <p:attrNameLst>
                                          <p:attrName>ppt_x</p:attrName>
                                        </p:attrNameLst>
                                      </p:cBhvr>
                                      <p:tavLst>
                                        <p:tav tm="0">
                                          <p:val>
                                            <p:strVal val="#ppt_x"/>
                                          </p:val>
                                        </p:tav>
                                        <p:tav tm="100000">
                                          <p:val>
                                            <p:strVal val="#ppt_x"/>
                                          </p:val>
                                        </p:tav>
                                      </p:tavLst>
                                    </p:anim>
                                    <p:anim calcmode="lin" valueType="num">
                                      <p:cBhvr>
                                        <p:cTn id="38" dur="1200" decel="100000" fill="hold"/>
                                        <p:tgtEl>
                                          <p:spTgt spid="3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973EDA5E-4E7A-F84F-83E7-B80B33E69DBA}"/>
              </a:ext>
            </a:extLst>
          </p:cNvPr>
          <p:cNvGrpSpPr/>
          <p:nvPr/>
        </p:nvGrpSpPr>
        <p:grpSpPr>
          <a:xfrm>
            <a:off x="1478881" y="5243397"/>
            <a:ext cx="8146577" cy="1960688"/>
            <a:chOff x="2974322" y="5657246"/>
            <a:chExt cx="8146578" cy="1960689"/>
          </a:xfrm>
        </p:grpSpPr>
        <p:sp>
          <p:nvSpPr>
            <p:cNvPr id="3702" name="Lorem ipsum dolor sit amet, consectetur adipiscing elit, sed do eiusmod tempor incididunt ut labore donec dolore magna."/>
            <p:cNvSpPr txBox="1"/>
            <p:nvPr/>
          </p:nvSpPr>
          <p:spPr>
            <a:xfrm>
              <a:off x="3489182" y="6333478"/>
              <a:ext cx="7631718" cy="128445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1" tIns="50801" rIns="50801" bIns="50801">
              <a:spAutoFit/>
            </a:bodyPr>
            <a:lstStyle>
              <a:lvl1pPr algn="l" defTabSz="457200">
                <a:lnSpc>
                  <a:spcPct val="120000"/>
                </a:lnSpc>
                <a:defRPr sz="2800" b="0">
                  <a:solidFill>
                    <a:srgbClr val="7F8189"/>
                  </a:solidFill>
                  <a:latin typeface="Arial"/>
                  <a:ea typeface="Arial"/>
                  <a:cs typeface="Arial"/>
                  <a:sym typeface="Arial"/>
                </a:defRPr>
              </a:lvl1pPr>
            </a:lstStyle>
            <a:p>
              <a:r>
                <a:rPr lang="ru-RU" sz="2800" dirty="0">
                  <a:solidFill>
                    <a:schemeClr val="tx2"/>
                  </a:solidFill>
                  <a:latin typeface="Arial" panose="020B0604020202020204" pitchFamily="34" charset="0"/>
                  <a:cs typeface="Arial" panose="020B0604020202020204" pitchFamily="34" charset="0"/>
                </a:rPr>
                <a:t>Коротко остриженные волосы или бритые головы</a:t>
              </a:r>
              <a:endParaRPr lang="ru-RU" sz="2800" dirty="0">
                <a:solidFill>
                  <a:schemeClr val="tx2"/>
                </a:solidFill>
                <a:latin typeface="Arial" panose="020B0604020202020204" pitchFamily="34" charset="0"/>
                <a:cs typeface="Arial" panose="020B0604020202020204" pitchFamily="34" charset="0"/>
              </a:endParaRPr>
            </a:p>
          </p:txBody>
        </p:sp>
        <p:sp>
          <p:nvSpPr>
            <p:cNvPr id="3703" name="Type text here"/>
            <p:cNvSpPr txBox="1"/>
            <p:nvPr/>
          </p:nvSpPr>
          <p:spPr>
            <a:xfrm>
              <a:off x="3483248" y="5657246"/>
              <a:ext cx="2978063" cy="53361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1" tIns="50801" rIns="50801" bIns="50801">
              <a:spAutoFit/>
            </a:bodyPr>
            <a:lstStyle>
              <a:lvl1pPr algn="l" defTabSz="457200">
                <a:defRPr sz="3400" b="0">
                  <a:solidFill>
                    <a:srgbClr val="242423"/>
                  </a:solidFill>
                  <a:latin typeface="Montserrat Bold"/>
                  <a:ea typeface="Montserrat Bold"/>
                  <a:cs typeface="Montserrat Bold"/>
                  <a:sym typeface="Montserrat Bold"/>
                </a:defRPr>
              </a:lvl1pPr>
            </a:lstStyle>
            <a:p>
              <a:r>
                <a:rPr lang="ru-RU" sz="3400" b="1" dirty="0">
                  <a:solidFill>
                    <a:schemeClr val="accent1"/>
                  </a:solidFill>
                  <a:latin typeface="Arial" panose="020B0604020202020204" pitchFamily="34" charset="0"/>
                  <a:cs typeface="Arial" panose="020B0604020202020204" pitchFamily="34" charset="0"/>
                </a:rPr>
                <a:t>Причёска</a:t>
              </a:r>
              <a:endParaRPr lang="ru-RU" sz="3400" b="1" dirty="0">
                <a:solidFill>
                  <a:schemeClr val="accent1"/>
                </a:solidFill>
                <a:latin typeface="Arial" panose="020B0604020202020204" pitchFamily="34" charset="0"/>
                <a:cs typeface="Arial" panose="020B0604020202020204" pitchFamily="34" charset="0"/>
              </a:endParaRPr>
            </a:p>
          </p:txBody>
        </p:sp>
        <p:sp>
          <p:nvSpPr>
            <p:cNvPr id="3714" name="Circle"/>
            <p:cNvSpPr/>
            <p:nvPr/>
          </p:nvSpPr>
          <p:spPr>
            <a:xfrm>
              <a:off x="2974322" y="5770191"/>
              <a:ext cx="359354" cy="359355"/>
            </a:xfrm>
            <a:prstGeom prst="ellipse">
              <a:avLst/>
            </a:prstGeom>
            <a:solidFill>
              <a:schemeClr val="accent1"/>
            </a:solidFill>
            <a:ln w="12700" cap="flat">
              <a:noFill/>
              <a:miter lim="400000"/>
            </a:ln>
            <a:effectLst/>
          </p:spPr>
          <p:txBody>
            <a:bodyPr wrap="square" lIns="0" tIns="0" rIns="0" bIns="0" numCol="1" anchor="ctr">
              <a:noAutofit/>
            </a:bodyPr>
            <a:lstStyle/>
            <a:p>
              <a:pPr>
                <a:defRPr sz="3200" b="0">
                  <a:solidFill>
                    <a:srgbClr val="FFFFFF"/>
                  </a:solidFill>
                  <a:latin typeface="+mn-lt"/>
                  <a:ea typeface="+mn-ea"/>
                  <a:cs typeface="+mn-cs"/>
                  <a:sym typeface="Helvetica Neue Medium"/>
                </a:defRPr>
              </a:pPr>
              <a:endParaRPr sz="3200" dirty="0">
                <a:latin typeface="Arial Black" panose="020B0604020202020204" pitchFamily="34" charset="0"/>
                <a:cs typeface="Arial Black" panose="020B0604020202020204" pitchFamily="34" charset="0"/>
              </a:endParaRPr>
            </a:p>
          </p:txBody>
        </p:sp>
        <p:sp>
          <p:nvSpPr>
            <p:cNvPr id="3715" name="1"/>
            <p:cNvSpPr txBox="1"/>
            <p:nvPr/>
          </p:nvSpPr>
          <p:spPr>
            <a:xfrm>
              <a:off x="2974322" y="5762437"/>
              <a:ext cx="359355" cy="337530"/>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1" tIns="50801" rIns="50801" bIns="50801" numCol="1" anchor="t">
              <a:spAutoFit/>
            </a:bodyPr>
            <a:lstStyle>
              <a:lvl1pPr defTabSz="457200">
                <a:lnSpc>
                  <a:spcPct val="120000"/>
                </a:lnSpc>
                <a:defRPr sz="1400">
                  <a:solidFill>
                    <a:srgbClr val="F0F0F0"/>
                  </a:solidFill>
                  <a:latin typeface="Arial"/>
                  <a:ea typeface="Arial"/>
                  <a:cs typeface="Arial"/>
                  <a:sym typeface="Arial"/>
                </a:defRPr>
              </a:lvl1pPr>
            </a:lstStyle>
            <a:p>
              <a:r>
                <a:rPr sz="1401" dirty="0">
                  <a:solidFill>
                    <a:schemeClr val="bg2"/>
                  </a:solidFill>
                  <a:latin typeface="Arial" panose="020B0604020202020204" pitchFamily="34" charset="0"/>
                  <a:cs typeface="Arial" panose="020B0604020202020204" pitchFamily="34" charset="0"/>
                </a:rPr>
                <a:t>1</a:t>
              </a:r>
            </a:p>
          </p:txBody>
        </p:sp>
      </p:grpSp>
      <p:grpSp>
        <p:nvGrpSpPr>
          <p:cNvPr id="4" name="Group 3">
            <a:extLst>
              <a:ext uri="{FF2B5EF4-FFF2-40B4-BE49-F238E27FC236}">
                <a16:creationId xmlns:a16="http://schemas.microsoft.com/office/drawing/2014/main" id="{E00A960B-DF86-EF44-89AD-664861A1CF5F}"/>
              </a:ext>
            </a:extLst>
          </p:cNvPr>
          <p:cNvGrpSpPr/>
          <p:nvPr/>
        </p:nvGrpSpPr>
        <p:grpSpPr>
          <a:xfrm>
            <a:off x="1486798" y="7495766"/>
            <a:ext cx="8146577" cy="1960688"/>
            <a:chOff x="2974322" y="7476746"/>
            <a:chExt cx="8146578" cy="1960689"/>
          </a:xfrm>
        </p:grpSpPr>
        <p:sp>
          <p:nvSpPr>
            <p:cNvPr id="3704" name="Lorem ipsum dolor sit amet, consectetur adipiscing elit, sed do eiusmod tempor incididunt ut labore donec dolore magna."/>
            <p:cNvSpPr txBox="1"/>
            <p:nvPr/>
          </p:nvSpPr>
          <p:spPr>
            <a:xfrm>
              <a:off x="3489182" y="8152978"/>
              <a:ext cx="7631718" cy="128445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1" tIns="50801" rIns="50801" bIns="50801">
              <a:spAutoFit/>
            </a:bodyPr>
            <a:lstStyle>
              <a:lvl1pPr algn="l" defTabSz="457200">
                <a:lnSpc>
                  <a:spcPct val="120000"/>
                </a:lnSpc>
                <a:defRPr sz="2800" b="0">
                  <a:solidFill>
                    <a:srgbClr val="7F8189"/>
                  </a:solidFill>
                  <a:latin typeface="Arial"/>
                  <a:ea typeface="Arial"/>
                  <a:cs typeface="Arial"/>
                  <a:sym typeface="Arial"/>
                </a:defRPr>
              </a:lvl1pPr>
            </a:lstStyle>
            <a:p>
              <a:r>
                <a:rPr lang="ru-RU" sz="2800" dirty="0">
                  <a:solidFill>
                    <a:schemeClr val="tx2"/>
                  </a:solidFill>
                  <a:latin typeface="Arial" panose="020B0604020202020204" pitchFamily="34" charset="0"/>
                  <a:cs typeface="Arial" panose="020B0604020202020204" pitchFamily="34" charset="0"/>
                </a:rPr>
                <a:t>Тяжёлые ботинки, джинсы и куртки</a:t>
              </a:r>
              <a:endParaRPr lang="ru-RU" sz="2800" dirty="0">
                <a:solidFill>
                  <a:schemeClr val="tx2"/>
                </a:solidFill>
                <a:latin typeface="Arial" panose="020B0604020202020204" pitchFamily="34" charset="0"/>
                <a:cs typeface="Arial" panose="020B0604020202020204" pitchFamily="34" charset="0"/>
              </a:endParaRPr>
            </a:p>
          </p:txBody>
        </p:sp>
        <p:sp>
          <p:nvSpPr>
            <p:cNvPr id="3705" name="Type text here"/>
            <p:cNvSpPr txBox="1"/>
            <p:nvPr/>
          </p:nvSpPr>
          <p:spPr>
            <a:xfrm>
              <a:off x="3483248" y="7476746"/>
              <a:ext cx="2978063" cy="53361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1" tIns="50801" rIns="50801" bIns="50801">
              <a:spAutoFit/>
            </a:bodyPr>
            <a:lstStyle>
              <a:lvl1pPr algn="l" defTabSz="457200">
                <a:defRPr sz="3400" b="0">
                  <a:solidFill>
                    <a:srgbClr val="242423"/>
                  </a:solidFill>
                  <a:latin typeface="Montserrat Bold"/>
                  <a:ea typeface="Montserrat Bold"/>
                  <a:cs typeface="Montserrat Bold"/>
                  <a:sym typeface="Montserrat Bold"/>
                </a:defRPr>
              </a:lvl1pPr>
            </a:lstStyle>
            <a:p>
              <a:r>
                <a:rPr lang="ru-RU" sz="3400" b="1" dirty="0">
                  <a:solidFill>
                    <a:schemeClr val="accent1"/>
                  </a:solidFill>
                  <a:latin typeface="Arial" panose="020B0604020202020204" pitchFamily="34" charset="0"/>
                  <a:cs typeface="Arial" panose="020B0604020202020204" pitchFamily="34" charset="0"/>
                </a:rPr>
                <a:t>Одежда</a:t>
              </a:r>
              <a:endParaRPr lang="ru-RU" sz="3400" b="1" dirty="0">
                <a:solidFill>
                  <a:schemeClr val="accent1"/>
                </a:solidFill>
                <a:latin typeface="Arial" panose="020B0604020202020204" pitchFamily="34" charset="0"/>
                <a:cs typeface="Arial" panose="020B0604020202020204" pitchFamily="34" charset="0"/>
              </a:endParaRPr>
            </a:p>
          </p:txBody>
        </p:sp>
        <p:sp>
          <p:nvSpPr>
            <p:cNvPr id="3717" name="Circle"/>
            <p:cNvSpPr/>
            <p:nvPr/>
          </p:nvSpPr>
          <p:spPr>
            <a:xfrm>
              <a:off x="2974322" y="7598991"/>
              <a:ext cx="359354" cy="359355"/>
            </a:xfrm>
            <a:prstGeom prst="ellipse">
              <a:avLst/>
            </a:prstGeom>
            <a:solidFill>
              <a:schemeClr val="accent1"/>
            </a:solidFill>
            <a:ln w="12700" cap="flat">
              <a:noFill/>
              <a:miter lim="400000"/>
            </a:ln>
            <a:effectLst/>
          </p:spPr>
          <p:txBody>
            <a:bodyPr wrap="square" lIns="0" tIns="0" rIns="0" bIns="0" numCol="1" anchor="ctr">
              <a:noAutofit/>
            </a:bodyPr>
            <a:lstStyle/>
            <a:p>
              <a:pPr>
                <a:defRPr sz="3200" b="0">
                  <a:solidFill>
                    <a:srgbClr val="FFFFFF"/>
                  </a:solidFill>
                  <a:latin typeface="+mn-lt"/>
                  <a:ea typeface="+mn-ea"/>
                  <a:cs typeface="+mn-cs"/>
                  <a:sym typeface="Helvetica Neue Medium"/>
                </a:defRPr>
              </a:pPr>
              <a:endParaRPr sz="3200" dirty="0">
                <a:latin typeface="Arial Black" panose="020B0604020202020204" pitchFamily="34" charset="0"/>
                <a:cs typeface="Arial Black" panose="020B0604020202020204" pitchFamily="34" charset="0"/>
              </a:endParaRPr>
            </a:p>
          </p:txBody>
        </p:sp>
        <p:sp>
          <p:nvSpPr>
            <p:cNvPr id="3718" name="2"/>
            <p:cNvSpPr txBox="1"/>
            <p:nvPr/>
          </p:nvSpPr>
          <p:spPr>
            <a:xfrm>
              <a:off x="2974322" y="7591237"/>
              <a:ext cx="359355" cy="337530"/>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1" tIns="50801" rIns="50801" bIns="50801" numCol="1" anchor="t">
              <a:spAutoFit/>
            </a:bodyPr>
            <a:lstStyle>
              <a:lvl1pPr defTabSz="457200">
                <a:lnSpc>
                  <a:spcPct val="120000"/>
                </a:lnSpc>
                <a:defRPr sz="1400">
                  <a:solidFill>
                    <a:srgbClr val="F0F0F0"/>
                  </a:solidFill>
                  <a:latin typeface="Arial"/>
                  <a:ea typeface="Arial"/>
                  <a:cs typeface="Arial"/>
                  <a:sym typeface="Arial"/>
                </a:defRPr>
              </a:lvl1pPr>
            </a:lstStyle>
            <a:p>
              <a:r>
                <a:rPr sz="1401" dirty="0">
                  <a:solidFill>
                    <a:schemeClr val="bg2"/>
                  </a:solidFill>
                  <a:latin typeface="Arial" panose="020B0604020202020204" pitchFamily="34" charset="0"/>
                  <a:cs typeface="Arial" panose="020B0604020202020204" pitchFamily="34" charset="0"/>
                </a:rPr>
                <a:t>2</a:t>
              </a:r>
              <a:endParaRPr sz="1401" dirty="0">
                <a:solidFill>
                  <a:schemeClr val="bg2"/>
                </a:solidFill>
                <a:latin typeface="Arial" panose="020B0604020202020204" pitchFamily="34" charset="0"/>
                <a:cs typeface="Arial" panose="020B0604020202020204" pitchFamily="34" charset="0"/>
              </a:endParaRPr>
            </a:p>
          </p:txBody>
        </p:sp>
      </p:grpSp>
      <p:grpSp>
        <p:nvGrpSpPr>
          <p:cNvPr id="6" name="Group 5">
            <a:extLst>
              <a:ext uri="{FF2B5EF4-FFF2-40B4-BE49-F238E27FC236}">
                <a16:creationId xmlns:a16="http://schemas.microsoft.com/office/drawing/2014/main" id="{8CDADA4E-A4C0-B440-88D6-DBD00C7FEE66}"/>
              </a:ext>
            </a:extLst>
          </p:cNvPr>
          <p:cNvGrpSpPr/>
          <p:nvPr/>
        </p:nvGrpSpPr>
        <p:grpSpPr>
          <a:xfrm>
            <a:off x="12839701" y="5268738"/>
            <a:ext cx="8155045" cy="1960688"/>
            <a:chOff x="12770255" y="5657246"/>
            <a:chExt cx="8155044" cy="1960689"/>
          </a:xfrm>
        </p:grpSpPr>
        <p:sp>
          <p:nvSpPr>
            <p:cNvPr id="3708" name="Lorem ipsum dolor sit amet, consectetur adipiscing elit, sed do eiusmod tempor incididunt ut labore donec dolore magna."/>
            <p:cNvSpPr txBox="1"/>
            <p:nvPr/>
          </p:nvSpPr>
          <p:spPr>
            <a:xfrm>
              <a:off x="13293583" y="6333478"/>
              <a:ext cx="7631716" cy="128445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1" tIns="50801" rIns="50801" bIns="50801">
              <a:spAutoFit/>
            </a:bodyPr>
            <a:lstStyle>
              <a:lvl1pPr algn="l" defTabSz="457200">
                <a:lnSpc>
                  <a:spcPct val="120000"/>
                </a:lnSpc>
                <a:defRPr sz="2800" b="0">
                  <a:solidFill>
                    <a:srgbClr val="7F8189"/>
                  </a:solidFill>
                  <a:latin typeface="Arial"/>
                  <a:ea typeface="Arial"/>
                  <a:cs typeface="Arial"/>
                  <a:sym typeface="Arial"/>
                </a:defRPr>
              </a:lvl1pPr>
            </a:lstStyle>
            <a:p>
              <a:r>
                <a:rPr lang="ru-RU" sz="2800" dirty="0">
                  <a:solidFill>
                    <a:schemeClr val="tx2"/>
                  </a:solidFill>
                  <a:latin typeface="Arial" panose="020B0604020202020204" pitchFamily="34" charset="0"/>
                  <a:cs typeface="Arial" panose="020B0604020202020204" pitchFamily="34" charset="0"/>
                </a:rPr>
                <a:t>Изначально субкультура была связана с рабочей молодёжью</a:t>
              </a:r>
              <a:endParaRPr lang="ru-RU" sz="2800" dirty="0">
                <a:solidFill>
                  <a:schemeClr val="tx2"/>
                </a:solidFill>
                <a:latin typeface="Arial" panose="020B0604020202020204" pitchFamily="34" charset="0"/>
                <a:cs typeface="Arial" panose="020B0604020202020204" pitchFamily="34" charset="0"/>
              </a:endParaRPr>
            </a:p>
          </p:txBody>
        </p:sp>
        <p:sp>
          <p:nvSpPr>
            <p:cNvPr id="3709" name="Type text here"/>
            <p:cNvSpPr txBox="1"/>
            <p:nvPr/>
          </p:nvSpPr>
          <p:spPr>
            <a:xfrm>
              <a:off x="13287648" y="5657246"/>
              <a:ext cx="2978062" cy="53361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1" tIns="50801" rIns="50801" bIns="50801">
              <a:spAutoFit/>
            </a:bodyPr>
            <a:lstStyle>
              <a:lvl1pPr algn="l" defTabSz="457200">
                <a:defRPr sz="3400" b="0">
                  <a:solidFill>
                    <a:srgbClr val="242423"/>
                  </a:solidFill>
                  <a:latin typeface="Montserrat Bold"/>
                  <a:ea typeface="Montserrat Bold"/>
                  <a:cs typeface="Montserrat Bold"/>
                  <a:sym typeface="Montserrat Bold"/>
                </a:defRPr>
              </a:lvl1pPr>
            </a:lstStyle>
            <a:p>
              <a:r>
                <a:rPr lang="ru-RU" sz="3400" b="1" dirty="0">
                  <a:solidFill>
                    <a:schemeClr val="accent1"/>
                  </a:solidFill>
                  <a:latin typeface="Arial" panose="020B0604020202020204" pitchFamily="34" charset="0"/>
                  <a:cs typeface="Arial" panose="020B0604020202020204" pitchFamily="34" charset="0"/>
                </a:rPr>
                <a:t>Среда</a:t>
              </a:r>
              <a:endParaRPr lang="ru-RU" sz="3400" b="1" dirty="0">
                <a:solidFill>
                  <a:schemeClr val="accent1"/>
                </a:solidFill>
                <a:latin typeface="Arial" panose="020B0604020202020204" pitchFamily="34" charset="0"/>
                <a:cs typeface="Arial" panose="020B0604020202020204" pitchFamily="34" charset="0"/>
              </a:endParaRPr>
            </a:p>
          </p:txBody>
        </p:sp>
        <p:sp>
          <p:nvSpPr>
            <p:cNvPr id="3723" name="Circle"/>
            <p:cNvSpPr/>
            <p:nvPr/>
          </p:nvSpPr>
          <p:spPr>
            <a:xfrm>
              <a:off x="12770255" y="5767737"/>
              <a:ext cx="359354" cy="359355"/>
            </a:xfrm>
            <a:prstGeom prst="ellipse">
              <a:avLst/>
            </a:prstGeom>
            <a:solidFill>
              <a:schemeClr val="accent1"/>
            </a:solidFill>
            <a:ln w="12700" cap="flat">
              <a:noFill/>
              <a:miter lim="400000"/>
            </a:ln>
            <a:effectLst/>
          </p:spPr>
          <p:txBody>
            <a:bodyPr wrap="square" lIns="0" tIns="0" rIns="0" bIns="0" numCol="1" anchor="ctr">
              <a:noAutofit/>
            </a:bodyPr>
            <a:lstStyle/>
            <a:p>
              <a:pPr>
                <a:defRPr sz="3200" b="0">
                  <a:solidFill>
                    <a:srgbClr val="FFFFFF"/>
                  </a:solidFill>
                  <a:latin typeface="+mn-lt"/>
                  <a:ea typeface="+mn-ea"/>
                  <a:cs typeface="+mn-cs"/>
                  <a:sym typeface="Helvetica Neue Medium"/>
                </a:defRPr>
              </a:pPr>
              <a:endParaRPr sz="3200" dirty="0">
                <a:latin typeface="Arial Black" panose="020B0604020202020204" pitchFamily="34" charset="0"/>
                <a:cs typeface="Arial Black" panose="020B0604020202020204" pitchFamily="34" charset="0"/>
              </a:endParaRPr>
            </a:p>
          </p:txBody>
        </p:sp>
        <p:sp>
          <p:nvSpPr>
            <p:cNvPr id="3724" name="4"/>
            <p:cNvSpPr txBox="1"/>
            <p:nvPr/>
          </p:nvSpPr>
          <p:spPr>
            <a:xfrm>
              <a:off x="12770255" y="5759983"/>
              <a:ext cx="359355" cy="337530"/>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1" tIns="50801" rIns="50801" bIns="50801" numCol="1" anchor="t">
              <a:spAutoFit/>
            </a:bodyPr>
            <a:lstStyle>
              <a:lvl1pPr defTabSz="457200">
                <a:lnSpc>
                  <a:spcPct val="120000"/>
                </a:lnSpc>
                <a:defRPr sz="1400">
                  <a:solidFill>
                    <a:srgbClr val="F0F0F0"/>
                  </a:solidFill>
                  <a:latin typeface="Arial"/>
                  <a:ea typeface="Arial"/>
                  <a:cs typeface="Arial"/>
                  <a:sym typeface="Arial"/>
                </a:defRPr>
              </a:lvl1pPr>
            </a:lstStyle>
            <a:p>
              <a:r>
                <a:rPr sz="1401" dirty="0">
                  <a:solidFill>
                    <a:schemeClr val="bg2"/>
                  </a:solidFill>
                  <a:latin typeface="Arial" panose="020B0604020202020204" pitchFamily="34" charset="0"/>
                  <a:cs typeface="Arial" panose="020B0604020202020204" pitchFamily="34" charset="0"/>
                </a:rPr>
                <a:t>3</a:t>
              </a:r>
              <a:endParaRPr sz="1401" dirty="0">
                <a:solidFill>
                  <a:schemeClr val="bg2"/>
                </a:solidFill>
                <a:latin typeface="Arial" panose="020B0604020202020204" pitchFamily="34" charset="0"/>
                <a:cs typeface="Arial" panose="020B0604020202020204" pitchFamily="34" charset="0"/>
              </a:endParaRPr>
            </a:p>
          </p:txBody>
        </p:sp>
      </p:grpSp>
      <p:grpSp>
        <p:nvGrpSpPr>
          <p:cNvPr id="7" name="Group 6">
            <a:extLst>
              <a:ext uri="{FF2B5EF4-FFF2-40B4-BE49-F238E27FC236}">
                <a16:creationId xmlns:a16="http://schemas.microsoft.com/office/drawing/2014/main" id="{278F5E66-7BA2-F545-AD72-EB91DF90C4DA}"/>
              </a:ext>
            </a:extLst>
          </p:cNvPr>
          <p:cNvGrpSpPr/>
          <p:nvPr/>
        </p:nvGrpSpPr>
        <p:grpSpPr>
          <a:xfrm>
            <a:off x="12839701" y="7495766"/>
            <a:ext cx="8155045" cy="1960688"/>
            <a:chOff x="12770255" y="7476746"/>
            <a:chExt cx="8155044" cy="1960689"/>
          </a:xfrm>
        </p:grpSpPr>
        <p:sp>
          <p:nvSpPr>
            <p:cNvPr id="3710" name="Lorem ipsum dolor sit amet, consectetur adipiscing elit, sed do eiusmod tempor incididunt ut labore donec dolore magna."/>
            <p:cNvSpPr txBox="1"/>
            <p:nvPr/>
          </p:nvSpPr>
          <p:spPr>
            <a:xfrm>
              <a:off x="13293583" y="8152978"/>
              <a:ext cx="7631716" cy="128445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1" tIns="50801" rIns="50801" bIns="50801">
              <a:spAutoFit/>
            </a:bodyPr>
            <a:lstStyle>
              <a:lvl1pPr algn="l" defTabSz="457200">
                <a:lnSpc>
                  <a:spcPct val="120000"/>
                </a:lnSpc>
                <a:defRPr sz="2800" b="0">
                  <a:solidFill>
                    <a:srgbClr val="7F8189"/>
                  </a:solidFill>
                  <a:latin typeface="Arial"/>
                  <a:ea typeface="Arial"/>
                  <a:cs typeface="Arial"/>
                  <a:sym typeface="Arial"/>
                </a:defRPr>
              </a:lvl1pPr>
            </a:lstStyle>
            <a:p>
              <a:r>
                <a:rPr lang="ru-RU" sz="2800" dirty="0">
                  <a:solidFill>
                    <a:schemeClr val="tx2"/>
                  </a:solidFill>
                  <a:latin typeface="Arial" panose="020B0604020202020204" pitchFamily="34" charset="0"/>
                  <a:cs typeface="Arial" panose="020B0604020202020204" pitchFamily="34" charset="0"/>
                </a:rPr>
                <a:t>Её объединяли музыка и определённый стиль одежды</a:t>
              </a:r>
              <a:endParaRPr lang="ru-RU" sz="2800" dirty="0">
                <a:solidFill>
                  <a:schemeClr val="tx2"/>
                </a:solidFill>
                <a:latin typeface="Arial" panose="020B0604020202020204" pitchFamily="34" charset="0"/>
                <a:cs typeface="Arial" panose="020B0604020202020204" pitchFamily="34" charset="0"/>
              </a:endParaRPr>
            </a:p>
          </p:txBody>
        </p:sp>
        <p:sp>
          <p:nvSpPr>
            <p:cNvPr id="3711" name="Type text here"/>
            <p:cNvSpPr txBox="1"/>
            <p:nvPr/>
          </p:nvSpPr>
          <p:spPr>
            <a:xfrm>
              <a:off x="13287648" y="7476746"/>
              <a:ext cx="2978062" cy="53361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1" tIns="50801" rIns="50801" bIns="50801">
              <a:spAutoFit/>
            </a:bodyPr>
            <a:lstStyle>
              <a:lvl1pPr algn="l" defTabSz="457200">
                <a:defRPr sz="3400" b="0">
                  <a:solidFill>
                    <a:srgbClr val="242423"/>
                  </a:solidFill>
                  <a:latin typeface="Montserrat Bold"/>
                  <a:ea typeface="Montserrat Bold"/>
                  <a:cs typeface="Montserrat Bold"/>
                  <a:sym typeface="Montserrat Bold"/>
                </a:defRPr>
              </a:lvl1pPr>
            </a:lstStyle>
            <a:p>
              <a:r>
                <a:rPr lang="ru-RU" sz="3400" b="1" dirty="0">
                  <a:solidFill>
                    <a:schemeClr val="accent1"/>
                  </a:solidFill>
                  <a:latin typeface="Arial" panose="020B0604020202020204" pitchFamily="34" charset="0"/>
                  <a:cs typeface="Arial" panose="020B0604020202020204" pitchFamily="34" charset="0"/>
                </a:rPr>
                <a:t>Стиль</a:t>
              </a:r>
              <a:endParaRPr lang="ru-RU" sz="3400" b="1" dirty="0">
                <a:solidFill>
                  <a:schemeClr val="accent1"/>
                </a:solidFill>
                <a:latin typeface="Arial" panose="020B0604020202020204" pitchFamily="34" charset="0"/>
                <a:cs typeface="Arial" panose="020B0604020202020204" pitchFamily="34" charset="0"/>
              </a:endParaRPr>
            </a:p>
          </p:txBody>
        </p:sp>
        <p:sp>
          <p:nvSpPr>
            <p:cNvPr id="3726" name="Circle"/>
            <p:cNvSpPr/>
            <p:nvPr/>
          </p:nvSpPr>
          <p:spPr>
            <a:xfrm>
              <a:off x="12770255" y="7596537"/>
              <a:ext cx="359354" cy="359355"/>
            </a:xfrm>
            <a:prstGeom prst="ellipse">
              <a:avLst/>
            </a:prstGeom>
            <a:solidFill>
              <a:schemeClr val="accent1"/>
            </a:solidFill>
            <a:ln w="12700" cap="flat">
              <a:noFill/>
              <a:miter lim="400000"/>
            </a:ln>
            <a:effectLst/>
          </p:spPr>
          <p:txBody>
            <a:bodyPr wrap="square" lIns="0" tIns="0" rIns="0" bIns="0" numCol="1" anchor="ctr">
              <a:noAutofit/>
            </a:bodyPr>
            <a:lstStyle/>
            <a:p>
              <a:pPr>
                <a:defRPr sz="3200" b="0">
                  <a:solidFill>
                    <a:srgbClr val="FFFFFF"/>
                  </a:solidFill>
                  <a:latin typeface="+mn-lt"/>
                  <a:ea typeface="+mn-ea"/>
                  <a:cs typeface="+mn-cs"/>
                  <a:sym typeface="Helvetica Neue Medium"/>
                </a:defRPr>
              </a:pPr>
              <a:endParaRPr sz="3200" dirty="0">
                <a:latin typeface="Arial Black" panose="020B0604020202020204" pitchFamily="34" charset="0"/>
                <a:cs typeface="Arial Black" panose="020B0604020202020204" pitchFamily="34" charset="0"/>
              </a:endParaRPr>
            </a:p>
          </p:txBody>
        </p:sp>
        <p:sp>
          <p:nvSpPr>
            <p:cNvPr id="3727" name="5"/>
            <p:cNvSpPr txBox="1"/>
            <p:nvPr/>
          </p:nvSpPr>
          <p:spPr>
            <a:xfrm>
              <a:off x="12770255" y="7588783"/>
              <a:ext cx="359355" cy="337530"/>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1" tIns="50801" rIns="50801" bIns="50801" numCol="1" anchor="t">
              <a:spAutoFit/>
            </a:bodyPr>
            <a:lstStyle>
              <a:lvl1pPr defTabSz="457200">
                <a:lnSpc>
                  <a:spcPct val="120000"/>
                </a:lnSpc>
                <a:defRPr sz="1400">
                  <a:solidFill>
                    <a:srgbClr val="F0F0F0"/>
                  </a:solidFill>
                  <a:latin typeface="Arial"/>
                  <a:ea typeface="Arial"/>
                  <a:cs typeface="Arial"/>
                  <a:sym typeface="Arial"/>
                </a:defRPr>
              </a:lvl1pPr>
            </a:lstStyle>
            <a:p>
              <a:r>
                <a:rPr sz="1401" dirty="0">
                  <a:solidFill>
                    <a:schemeClr val="bg2"/>
                  </a:solidFill>
                  <a:latin typeface="Arial" panose="020B0604020202020204" pitchFamily="34" charset="0"/>
                  <a:cs typeface="Arial" panose="020B0604020202020204" pitchFamily="34" charset="0"/>
                </a:rPr>
                <a:t>4</a:t>
              </a:r>
              <a:endParaRPr sz="1401" dirty="0">
                <a:solidFill>
                  <a:schemeClr val="bg2"/>
                </a:solidFill>
                <a:latin typeface="Arial" panose="020B0604020202020204" pitchFamily="34" charset="0"/>
                <a:cs typeface="Arial" panose="020B0604020202020204" pitchFamily="34" charset="0"/>
              </a:endParaRPr>
            </a:p>
          </p:txBody>
        </p:sp>
      </p:grpSp>
      <p:sp>
        <p:nvSpPr>
          <p:cNvPr id="37" name="Rectangle">
            <a:extLst>
              <a:ext uri="{FF2B5EF4-FFF2-40B4-BE49-F238E27FC236}">
                <a16:creationId xmlns:a16="http://schemas.microsoft.com/office/drawing/2014/main" id="{DA0FE29D-C06D-42BB-9E92-06085F143443}"/>
              </a:ext>
            </a:extLst>
          </p:cNvPr>
          <p:cNvSpPr/>
          <p:nvPr/>
        </p:nvSpPr>
        <p:spPr>
          <a:xfrm>
            <a:off x="1427163" y="2577132"/>
            <a:ext cx="3017521" cy="143978"/>
          </a:xfrm>
          <a:prstGeom prst="rect">
            <a:avLst/>
          </a:prstGeom>
          <a:solidFill>
            <a:schemeClr val="accent1"/>
          </a:solidFill>
          <a:ln w="12700" cap="flat">
            <a:noFill/>
            <a:miter lim="400000"/>
          </a:ln>
          <a:effectLst/>
        </p:spPr>
        <p:txBody>
          <a:bodyPr wrap="square" lIns="0" tIns="0" rIns="0" bIns="0" numCol="1" anchor="ctr">
            <a:noAutofit/>
          </a:bodyPr>
          <a:lstStyle/>
          <a:p>
            <a:pPr>
              <a:defRPr sz="3200" b="0">
                <a:solidFill>
                  <a:srgbClr val="FFFFFF"/>
                </a:solidFill>
                <a:latin typeface="+mn-lt"/>
                <a:ea typeface="+mn-ea"/>
                <a:cs typeface="+mn-cs"/>
                <a:sym typeface="Helvetica Neue Medium"/>
              </a:defRPr>
            </a:pPr>
            <a:endParaRPr sz="3200" dirty="0">
              <a:latin typeface="Arial Black" panose="020B0604020202020204" pitchFamily="34" charset="0"/>
              <a:cs typeface="Arial Black" panose="020B0604020202020204" pitchFamily="34" charset="0"/>
            </a:endParaRPr>
          </a:p>
        </p:txBody>
      </p:sp>
      <p:sp>
        <p:nvSpPr>
          <p:cNvPr id="38" name="Subtitle Text">
            <a:extLst>
              <a:ext uri="{FF2B5EF4-FFF2-40B4-BE49-F238E27FC236}">
                <a16:creationId xmlns:a16="http://schemas.microsoft.com/office/drawing/2014/main" id="{D41CB391-5895-4F83-8887-A6B85C87E9B8}"/>
              </a:ext>
            </a:extLst>
          </p:cNvPr>
          <p:cNvSpPr/>
          <p:nvPr/>
        </p:nvSpPr>
        <p:spPr>
          <a:xfrm>
            <a:off x="1427164" y="2266950"/>
            <a:ext cx="3322710" cy="337530"/>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1" tIns="50801" rIns="50801" bIns="50801" numCol="1" anchor="t">
            <a:spAutoFit/>
          </a:bodyPr>
          <a:lstStyle>
            <a:lvl1pPr algn="l" defTabSz="457200">
              <a:lnSpc>
                <a:spcPct val="120000"/>
              </a:lnSpc>
              <a:defRPr sz="1400" cap="all" spc="1120">
                <a:solidFill>
                  <a:srgbClr val="242423"/>
                </a:solidFill>
                <a:latin typeface="Arial"/>
                <a:ea typeface="Arial"/>
                <a:cs typeface="Arial"/>
                <a:sym typeface="Arial"/>
              </a:defRPr>
            </a:lvl1pPr>
          </a:lstStyle>
          <a:p>
            <a:r>
              <a:rPr lang="ru-RU" sz="1401" dirty="0">
                <a:solidFill>
                  <a:schemeClr val="accent1"/>
                </a:solidFill>
                <a:latin typeface="Arial" panose="020B0604020202020204" pitchFamily="34" charset="0"/>
                <a:cs typeface="Arial" panose="020B0604020202020204" pitchFamily="34" charset="0"/>
              </a:rPr>
              <a:t>Субкультура</a:t>
            </a:r>
            <a:endParaRPr lang="ru-RU" sz="1401" dirty="0">
              <a:solidFill>
                <a:schemeClr val="accent1"/>
              </a:solidFill>
              <a:latin typeface="Arial" panose="020B0604020202020204" pitchFamily="34" charset="0"/>
              <a:cs typeface="Arial" panose="020B0604020202020204" pitchFamily="34" charset="0"/>
            </a:endParaRPr>
          </a:p>
        </p:txBody>
      </p:sp>
      <p:sp>
        <p:nvSpPr>
          <p:cNvPr id="36" name="Placeholder Demo Text">
            <a:extLst>
              <a:ext uri="{FF2B5EF4-FFF2-40B4-BE49-F238E27FC236}">
                <a16:creationId xmlns:a16="http://schemas.microsoft.com/office/drawing/2014/main" id="{10C43E83-64E6-4DAC-8EF0-4D0BB961CFE4}"/>
              </a:ext>
            </a:extLst>
          </p:cNvPr>
          <p:cNvSpPr txBox="1"/>
          <p:nvPr/>
        </p:nvSpPr>
        <p:spPr>
          <a:xfrm>
            <a:off x="1299104" y="3232716"/>
            <a:ext cx="16297733" cy="13337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1" tIns="50801" rIns="50801" bIns="50801">
            <a:spAutoFit/>
          </a:bodyPr>
          <a:lstStyle>
            <a:lvl1pPr algn="l">
              <a:defRPr sz="8000" b="0">
                <a:solidFill>
                  <a:srgbClr val="242423"/>
                </a:solidFill>
                <a:latin typeface="Montserrat Bold"/>
                <a:ea typeface="Montserrat Bold"/>
                <a:cs typeface="Montserrat Bold"/>
                <a:sym typeface="Montserrat Bold"/>
              </a:defRPr>
            </a:lvl1pPr>
          </a:lstStyle>
          <a:p>
            <a:r>
              <a:rPr lang="ru-RU" b="1" dirty="0">
                <a:solidFill>
                  <a:schemeClr val="accent1"/>
                </a:solidFill>
                <a:latin typeface="Arial" panose="020B0604020202020204" pitchFamily="34" charset="0"/>
                <a:cs typeface="Arial" panose="020B0604020202020204" pitchFamily="34" charset="0"/>
              </a:rPr>
              <a:t>Отличительные черты</a:t>
            </a:r>
            <a:endParaRPr lang="ru-RU" b="1" dirty="0">
              <a:solidFill>
                <a:schemeClr val="accent1"/>
              </a:solidFill>
              <a:latin typeface="Arial" panose="020B0604020202020204" pitchFamily="34" charset="0"/>
              <a:cs typeface="Arial" panose="020B0604020202020204" pitchFamily="34" charset="0"/>
            </a:endParaRPr>
          </a:p>
        </p:txBody>
      </p:sp>
      <p:sp>
        <p:nvSpPr>
          <p:cNvPr id="9001" name="!!Ring" descr="Светящееся кольцо"/>
          <p:cNvSpPr/>
          <p:nvPr/>
        </p:nvSpPr>
        <p:spPr>
          <a:xfrm>
            <a:off x="19842480" y="9144000"/>
            <a:ext cx="4023360" cy="4023360"/>
          </a:xfrm>
          <a:prstGeom prst="ellipse">
            <a:avLst/>
          </a:prstGeom>
          <a:noFill/>
          <a:ln w="76200">
            <a:solidFill>
              <a:srgbClr val="C80D3F"/>
            </a:solidFill>
          </a:ln>
          <a:effectLst>
            <a:glow rad="355600">
              <a:srgbClr val="C80D3F">
                <a:alpha val="55000"/>
              </a:srgbClr>
            </a:glow>
          </a:effectLst>
        </p:spPr>
      </p:sp>
      <mc:AlternateContent xmlns:mc="http://schemas.openxmlformats.org/markup-compatibility/2006">
        <mc:Choice xmlns:am3d="http://schemas.microsoft.com/office/drawing/2017/model3d" Requires="am3d">
          <p:graphicFrame>
            <p:nvGraphicFramePr>
              <p:cNvPr id="9002" name="!!Emblem3D" descr="3D-модель эмблемы Президентской академии"/>
              <p:cNvGraphicFramePr>
                <a:graphicFrameLocks noGrp="1" noChangeAspect="1"/>
              </p:cNvGraphicFramePr>
              <p:nvPr/>
            </p:nvGraphicFramePr>
            <p:xfrm>
              <a:off x="20204582" y="9506102"/>
              <a:ext cx="3299156" cy="3299156"/>
            </p:xfrm>
            <a:graphic>
              <a:graphicData uri="http://schemas.microsoft.com/office/drawing/2017/model3d">
                <am3d:model3d r:embed="rId2">
                  <am3d:spPr>
                    <a:xfrm>
                      <a:off x="20204582" y="9506102"/>
                      <a:ext cx="3299156" cy="3299156"/>
                    </a:xfrm>
                    <a:prstGeom prst="rect">
                      <a:avLst/>
                    </a:prstGeom>
                    <a:effectLst>
                      <a:glow rad="190500">
                        <a:srgbClr val="C80D3F">
                          <a:alpha val="40000"/>
                        </a:srgbClr>
                      </a:glow>
                    </a:effectLst>
                  </am3d:spPr>
                  <am3d:camera>
                    <am3d:pos x="0" y="0" z="52000000"/>
                    <am3d:up dx="0" dy="36000000" dz="0"/>
                    <am3d:lookAt x="0" y="0" z="0"/>
                    <am3d:perspective fov="2700000"/>
                  </am3d:camera>
                  <am3d:trans>
                    <am3d:meterPerModelUnit n="1000000" d="1000000"/>
                    <am3d:preTrans dx="0" dy="0" dz="0"/>
                    <am3d:scale>
                      <am3d:sx n="1000000" d="1000000"/>
                      <am3d:sy n="1000000" d="1000000"/>
                      <am3d:sz n="1000000" d="1000000"/>
                    </am3d:scale>
                    <am3d:rot ax="0" ay="1800000" az="0"/>
                    <am3d:postTrans dx="0" dy="0" dz="0"/>
                  </am3d:trans>
                  <am3d:raster rName="Office3DRenderer" rVer="16.0.8326">
                    <am3d:blip r:embed="rId3"/>
                  </am3d:raster>
                  <am3d:objViewport viewportSz="3299156"/>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9002" name="!!Emblem3D" descr="3D-модель эмблемы Президентской академии"/>
              <p:cNvPicPr>
                <a:picLocks noGrp="1" noRot="1" noChangeAspect="1" noMove="1" noResize="1" noEditPoints="1" noAdjustHandles="1" noChangeArrowheads="1" noChangeShapeType="1" noCrop="1"/>
              </p:cNvPicPr>
              <p:nvPr/>
            </p:nvPicPr>
            <p:blipFill>
              <a:blip r:embed="rId3"/>
              <a:stretch>
                <a:fillRect/>
              </a:stretch>
            </p:blipFill>
            <p:spPr>
              <a:xfrm>
                <a:off x="20204582" y="9506102"/>
                <a:ext cx="3299156" cy="3299156"/>
              </a:xfrm>
              <a:prstGeom prst="rect">
                <a:avLst/>
              </a:prstGeom>
              <a:effectLst>
                <a:glow rad="190500">
                  <a:srgbClr val="C80D3F">
                    <a:alpha val="40000"/>
                  </a:srgbClr>
                </a:glow>
              </a:effectLst>
            </p:spPr>
          </p:pic>
        </mc:Fallback>
      </mc:AlternateContent>
      <mc:AlternateContent xmlns:mc="http://schemas.openxmlformats.org/markup-compatibility/2006">
        <mc:Choice xmlns:am3d="http://schemas.microsoft.com/office/drawing/2017/model3d" Requires="am3d">
          <p:graphicFrame>
            <p:nvGraphicFramePr>
              <p:cNvPr id="9012" name="!!Boot3D" descr="3D-модель ботинка с высокой шнуровкой"/>
              <p:cNvGraphicFramePr>
                <a:graphicFrameLocks noGrp="1" noChangeAspect="1"/>
              </p:cNvGraphicFramePr>
              <p:nvPr/>
            </p:nvGraphicFramePr>
            <p:xfrm>
              <a:off x="4716475" y="8374075"/>
              <a:ext cx="4648810" cy="4648810"/>
            </p:xfrm>
            <a:graphic>
              <a:graphicData uri="http://schemas.microsoft.com/office/drawing/2017/model3d">
                <am3d:model3d r:embed="rId4">
                  <am3d:spPr>
                    <a:xfrm>
                      <a:off x="4716475" y="8374075"/>
                      <a:ext cx="4648810" cy="4648810"/>
                    </a:xfrm>
                    <a:prstGeom prst="rect">
                      <a:avLst/>
                    </a:prstGeom>
                    <a:effectLst>
                      <a:glow rad="190500">
                        <a:srgbClr val="C80D3F">
                          <a:alpha val="40000"/>
                        </a:srgbClr>
                      </a:glow>
                    </a:effectLst>
                  </am3d:spPr>
                  <am3d:camera>
                    <am3d:pos x="0" y="0" z="52000000"/>
                    <am3d:up dx="0" dy="36000000" dz="0"/>
                    <am3d:lookAt x="0" y="0" z="0"/>
                    <am3d:perspective fov="2700000"/>
                  </am3d:camera>
                  <am3d:trans>
                    <am3d:meterPerModelUnit n="1000000" d="1000000"/>
                    <am3d:preTrans dx="0" dy="0" dz="0"/>
                    <am3d:scale>
                      <am3d:sx n="1000000" d="1000000"/>
                      <am3d:sy n="1000000" d="1000000"/>
                      <am3d:sz n="1000000" d="1000000"/>
                    </am3d:scale>
                    <am3d:rot ax="480000" ay="19500000" az="0"/>
                    <am3d:postTrans dx="0" dy="0" dz="0"/>
                  </am3d:trans>
                  <am3d:raster rName="Office3DRenderer" rVer="16.0.8326">
                    <am3d:blip r:embed="rId5"/>
                  </am3d:raster>
                  <am3d:objViewport viewportSz="464881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9012" name="!!Boot3D" descr="3D-модель ботинка с высокой шнуровкой"/>
              <p:cNvPicPr>
                <a:picLocks noGrp="1" noRot="1" noChangeAspect="1" noMove="1" noResize="1" noEditPoints="1" noAdjustHandles="1" noChangeArrowheads="1" noChangeShapeType="1" noCrop="1"/>
              </p:cNvPicPr>
              <p:nvPr/>
            </p:nvPicPr>
            <p:blipFill>
              <a:blip r:embed="rId5"/>
              <a:stretch>
                <a:fillRect/>
              </a:stretch>
            </p:blipFill>
            <p:spPr>
              <a:xfrm>
                <a:off x="4716475" y="8374075"/>
                <a:ext cx="4648810" cy="4648810"/>
              </a:xfrm>
              <a:prstGeom prst="rect">
                <a:avLst/>
              </a:prstGeom>
              <a:effectLst>
                <a:glow rad="190500">
                  <a:srgbClr val="C80D3F">
                    <a:alpha val="40000"/>
                  </a:srgbClr>
                </a:glow>
              </a:effectLst>
            </p:spPr>
          </p:pic>
        </mc:Fallback>
      </mc:AlternateContent>
      <mc:AlternateContent xmlns:mc="http://schemas.openxmlformats.org/markup-compatibility/2006">
        <mc:Choice xmlns:am3d="http://schemas.microsoft.com/office/drawing/2017/model3d" Requires="am3d">
          <p:graphicFrame>
            <p:nvGraphicFramePr>
              <p:cNvPr id="9022" name="!!Braces3D" descr="3D-модель подтяжек"/>
              <p:cNvGraphicFramePr>
                <a:graphicFrameLocks noGrp="1" noChangeAspect="1"/>
              </p:cNvGraphicFramePr>
              <p:nvPr/>
            </p:nvGraphicFramePr>
            <p:xfrm>
              <a:off x="14717268" y="8956548"/>
              <a:ext cx="4123944" cy="4123944"/>
            </p:xfrm>
            <a:graphic>
              <a:graphicData uri="http://schemas.microsoft.com/office/drawing/2017/model3d">
                <am3d:model3d r:embed="rId6">
                  <am3d:spPr>
                    <a:xfrm>
                      <a:off x="14717268" y="8956548"/>
                      <a:ext cx="4123944" cy="4123944"/>
                    </a:xfrm>
                    <a:prstGeom prst="rect">
                      <a:avLst/>
                    </a:prstGeom>
                    <a:effectLst>
                      <a:glow rad="190500">
                        <a:srgbClr val="C80D3F">
                          <a:alpha val="40000"/>
                        </a:srgbClr>
                      </a:glow>
                    </a:effectLst>
                  </am3d:spPr>
                  <am3d:camera>
                    <am3d:pos x="0" y="0" z="52000000"/>
                    <am3d:up dx="0" dy="36000000" dz="0"/>
                    <am3d:lookAt x="0" y="0" z="0"/>
                    <am3d:perspective fov="2700000"/>
                  </am3d:camera>
                  <am3d:trans>
                    <am3d:meterPerModelUnit n="1000000" d="1000000"/>
                    <am3d:preTrans dx="0" dy="0" dz="0"/>
                    <am3d:scale>
                      <am3d:sx n="1000000" d="1000000"/>
                      <am3d:sy n="1000000" d="1000000"/>
                      <am3d:sz n="1000000" d="1000000"/>
                    </am3d:scale>
                    <am3d:rot ax="720000" ay="1500000" az="0"/>
                    <am3d:postTrans dx="0" dy="0" dz="0"/>
                  </am3d:trans>
                  <am3d:raster rName="Office3DRenderer" rVer="16.0.8326">
                    <am3d:blip r:embed="rId7"/>
                  </am3d:raster>
                  <am3d:objViewport viewportSz="4123944"/>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9022" name="!!Braces3D" descr="3D-модель подтяжек"/>
              <p:cNvPicPr>
                <a:picLocks noGrp="1" noRot="1" noChangeAspect="1" noMove="1" noResize="1" noEditPoints="1" noAdjustHandles="1" noChangeArrowheads="1" noChangeShapeType="1" noCrop="1"/>
              </p:cNvPicPr>
              <p:nvPr/>
            </p:nvPicPr>
            <p:blipFill>
              <a:blip r:embed="rId7"/>
              <a:stretch>
                <a:fillRect/>
              </a:stretch>
            </p:blipFill>
            <p:spPr>
              <a:xfrm>
                <a:off x="14717268" y="8956548"/>
                <a:ext cx="4123944" cy="4123944"/>
              </a:xfrm>
              <a:prstGeom prst="rect">
                <a:avLst/>
              </a:prstGeom>
              <a:effectLst>
                <a:glow rad="190500">
                  <a:srgbClr val="C80D3F">
                    <a:alpha val="40000"/>
                  </a:srgbClr>
                </a:glow>
              </a:effectLst>
            </p:spPr>
          </p:pic>
        </mc:Fallback>
      </mc:AlternateContent>
      <mc:AlternateContent xmlns:mc="http://schemas.openxmlformats.org/markup-compatibility/2006">
        <mc:Choice xmlns:am3d="http://schemas.microsoft.com/office/drawing/2017/model3d" Requires="am3d">
          <p:graphicFrame>
            <p:nvGraphicFramePr>
              <p:cNvPr id="9032" name="!!Vinyl3D" descr="3D-модель виниловой пластинки ска"/>
              <p:cNvGraphicFramePr>
                <a:graphicFrameLocks noGrp="1" noChangeAspect="1"/>
              </p:cNvGraphicFramePr>
              <p:nvPr/>
            </p:nvGraphicFramePr>
            <p:xfrm>
              <a:off x="19778472" y="-7653528"/>
              <a:ext cx="5248656" cy="5248656"/>
            </p:xfrm>
            <a:graphic>
              <a:graphicData uri="http://schemas.microsoft.com/office/drawing/2017/model3d">
                <am3d:model3d r:embed="rId8">
                  <am3d:spPr>
                    <a:xfrm>
                      <a:off x="19778472" y="-7653528"/>
                      <a:ext cx="5248656" cy="5248656"/>
                    </a:xfrm>
                    <a:prstGeom prst="rect">
                      <a:avLst/>
                    </a:prstGeom>
                    <a:effectLst>
                      <a:glow rad="190500">
                        <a:srgbClr val="C80D3F">
                          <a:alpha val="40000"/>
                        </a:srgbClr>
                      </a:glow>
                    </a:effectLst>
                  </am3d:spPr>
                  <am3d:camera>
                    <am3d:pos x="0" y="0" z="52000000"/>
                    <am3d:up dx="0" dy="36000000" dz="0"/>
                    <am3d:lookAt x="0" y="0" z="0"/>
                    <am3d:perspective fov="2700000"/>
                  </am3d:camera>
                  <am3d:trans>
                    <am3d:meterPerModelUnit n="1000000" d="1000000"/>
                    <am3d:preTrans dx="0" dy="0" dz="0"/>
                    <am3d:scale>
                      <am3d:sx n="1000000" d="1000000"/>
                      <am3d:sy n="1000000" d="1000000"/>
                      <am3d:sz n="1000000" d="1000000"/>
                    </am3d:scale>
                    <am3d:rot ax="4200000" ay="14400000" az="0"/>
                    <am3d:postTrans dx="0" dy="0" dz="0"/>
                  </am3d:trans>
                  <am3d:raster rName="Office3DRenderer" rVer="16.0.8326">
                    <am3d:blip r:embed="rId9"/>
                  </am3d:raster>
                  <am3d:objViewport viewportSz="5248656"/>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9032" name="!!Vinyl3D" descr="3D-модель виниловой пластинки ска"/>
              <p:cNvPicPr>
                <a:picLocks noGrp="1" noRot="1" noChangeAspect="1" noMove="1" noResize="1" noEditPoints="1" noAdjustHandles="1" noChangeArrowheads="1" noChangeShapeType="1" noCrop="1"/>
              </p:cNvPicPr>
              <p:nvPr/>
            </p:nvPicPr>
            <p:blipFill>
              <a:blip r:embed="rId9"/>
              <a:stretch>
                <a:fillRect/>
              </a:stretch>
            </p:blipFill>
            <p:spPr>
              <a:xfrm>
                <a:off x="19778472" y="-7653528"/>
                <a:ext cx="5248656" cy="5248656"/>
              </a:xfrm>
              <a:prstGeom prst="rect">
                <a:avLst/>
              </a:prstGeom>
              <a:effectLst>
                <a:glow rad="190500">
                  <a:srgbClr val="C80D3F">
                    <a:alpha val="40000"/>
                  </a:srgbClr>
                </a:glow>
              </a:effectLst>
            </p:spPr>
          </p:pic>
        </mc:Fallback>
      </mc:AlternateContent>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34" fill="hold">
                            <p:stCondLst>
                              <p:cond delay="0"/>
                            </p:stCondLst>
                            <p:childTnLst>
                              <p:par>
                                <p:cTn id="4" presetID="42" presetClass="entr" presetSubtype="0" fill="hold" nodeType="withEffect">
                                  <p:stCondLst>
                                    <p:cond delay="50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1200"/>
                                        <p:tgtEl>
                                          <p:spTgt spid="3"/>
                                        </p:tgtEl>
                                      </p:cBhvr>
                                    </p:animEffect>
                                    <p:anim calcmode="lin" valueType="num">
                                      <p:cBhvr>
                                        <p:cTn id="7" dur="1200" decel="100000" fill="hold"/>
                                        <p:tgtEl>
                                          <p:spTgt spid="3"/>
                                        </p:tgtEl>
                                        <p:attrNameLst>
                                          <p:attrName>ppt_x</p:attrName>
                                        </p:attrNameLst>
                                      </p:cBhvr>
                                      <p:tavLst>
                                        <p:tav tm="0">
                                          <p:val>
                                            <p:strVal val="#ppt_x"/>
                                          </p:val>
                                        </p:tav>
                                        <p:tav tm="100000">
                                          <p:val>
                                            <p:strVal val="#ppt_x"/>
                                          </p:val>
                                        </p:tav>
                                      </p:tavLst>
                                    </p:anim>
                                    <p:anim calcmode="lin" valueType="num">
                                      <p:cBhvr>
                                        <p:cTn id="8" dur="1200" decel="100000" fill="hold"/>
                                        <p:tgtEl>
                                          <p:spTgt spid="3"/>
                                        </p:tgtEl>
                                        <p:attrNameLst>
                                          <p:attrName>ppt_y</p:attrName>
                                        </p:attrNameLst>
                                      </p:cBhvr>
                                      <p:tavLst>
                                        <p:tav tm="0">
                                          <p:val>
                                            <p:strVal val="#ppt_y+.1"/>
                                          </p:val>
                                        </p:tav>
                                        <p:tav tm="100000">
                                          <p:val>
                                            <p:strVal val="#ppt_y"/>
                                          </p:val>
                                        </p:tav>
                                      </p:tavLst>
                                    </p:anim>
                                  </p:childTnLst>
                                </p:cTn>
                              </p:par>
                              <p:par>
                                <p:cTn id="9" presetID="42" presetClass="entr" presetSubtype="0" fill="hold" nodeType="withEffect">
                                  <p:stCondLst>
                                    <p:cond delay="68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1200"/>
                                        <p:tgtEl>
                                          <p:spTgt spid="4"/>
                                        </p:tgtEl>
                                      </p:cBhvr>
                                    </p:animEffect>
                                    <p:anim calcmode="lin" valueType="num">
                                      <p:cBhvr>
                                        <p:cTn id="12" dur="1200" decel="100000" fill="hold"/>
                                        <p:tgtEl>
                                          <p:spTgt spid="4"/>
                                        </p:tgtEl>
                                        <p:attrNameLst>
                                          <p:attrName>ppt_x</p:attrName>
                                        </p:attrNameLst>
                                      </p:cBhvr>
                                      <p:tavLst>
                                        <p:tav tm="0">
                                          <p:val>
                                            <p:strVal val="#ppt_x"/>
                                          </p:val>
                                        </p:tav>
                                        <p:tav tm="100000">
                                          <p:val>
                                            <p:strVal val="#ppt_x"/>
                                          </p:val>
                                        </p:tav>
                                      </p:tavLst>
                                    </p:anim>
                                    <p:anim calcmode="lin" valueType="num">
                                      <p:cBhvr>
                                        <p:cTn id="13" dur="1200" decel="100000" fill="hold"/>
                                        <p:tgtEl>
                                          <p:spTgt spid="4"/>
                                        </p:tgtEl>
                                        <p:attrNameLst>
                                          <p:attrName>ppt_y</p:attrName>
                                        </p:attrNameLst>
                                      </p:cBhvr>
                                      <p:tavLst>
                                        <p:tav tm="0">
                                          <p:val>
                                            <p:strVal val="#ppt_y+.1"/>
                                          </p:val>
                                        </p:tav>
                                        <p:tav tm="100000">
                                          <p:val>
                                            <p:strVal val="#ppt_y"/>
                                          </p:val>
                                        </p:tav>
                                      </p:tavLst>
                                    </p:anim>
                                  </p:childTnLst>
                                </p:cTn>
                              </p:par>
                              <p:par>
                                <p:cTn id="14" presetID="42" presetClass="entr" presetSubtype="0" fill="hold" nodeType="withEffect">
                                  <p:stCondLst>
                                    <p:cond delay="86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200"/>
                                        <p:tgtEl>
                                          <p:spTgt spid="6"/>
                                        </p:tgtEl>
                                      </p:cBhvr>
                                    </p:animEffect>
                                    <p:anim calcmode="lin" valueType="num">
                                      <p:cBhvr>
                                        <p:cTn id="17" dur="1200" decel="100000" fill="hold"/>
                                        <p:tgtEl>
                                          <p:spTgt spid="6"/>
                                        </p:tgtEl>
                                        <p:attrNameLst>
                                          <p:attrName>ppt_x</p:attrName>
                                        </p:attrNameLst>
                                      </p:cBhvr>
                                      <p:tavLst>
                                        <p:tav tm="0">
                                          <p:val>
                                            <p:strVal val="#ppt_x"/>
                                          </p:val>
                                        </p:tav>
                                        <p:tav tm="100000">
                                          <p:val>
                                            <p:strVal val="#ppt_x"/>
                                          </p:val>
                                        </p:tav>
                                      </p:tavLst>
                                    </p:anim>
                                    <p:anim calcmode="lin" valueType="num">
                                      <p:cBhvr>
                                        <p:cTn id="18" dur="1200" decel="100000" fill="hold"/>
                                        <p:tgtEl>
                                          <p:spTgt spid="6"/>
                                        </p:tgtEl>
                                        <p:attrNameLst>
                                          <p:attrName>ppt_y</p:attrName>
                                        </p:attrNameLst>
                                      </p:cBhvr>
                                      <p:tavLst>
                                        <p:tav tm="0">
                                          <p:val>
                                            <p:strVal val="#ppt_y+.1"/>
                                          </p:val>
                                        </p:tav>
                                        <p:tav tm="100000">
                                          <p:val>
                                            <p:strVal val="#ppt_y"/>
                                          </p:val>
                                        </p:tav>
                                      </p:tavLst>
                                    </p:anim>
                                  </p:childTnLst>
                                </p:cTn>
                              </p:par>
                              <p:par>
                                <p:cTn id="19" presetID="42" presetClass="entr" presetSubtype="0" fill="hold" nodeType="withEffect">
                                  <p:stCondLst>
                                    <p:cond delay="104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1200"/>
                                        <p:tgtEl>
                                          <p:spTgt spid="7"/>
                                        </p:tgtEl>
                                      </p:cBhvr>
                                    </p:animEffect>
                                    <p:anim calcmode="lin" valueType="num">
                                      <p:cBhvr>
                                        <p:cTn id="22" dur="1200" decel="100000" fill="hold"/>
                                        <p:tgtEl>
                                          <p:spTgt spid="7"/>
                                        </p:tgtEl>
                                        <p:attrNameLst>
                                          <p:attrName>ppt_x</p:attrName>
                                        </p:attrNameLst>
                                      </p:cBhvr>
                                      <p:tavLst>
                                        <p:tav tm="0">
                                          <p:val>
                                            <p:strVal val="#ppt_x"/>
                                          </p:val>
                                        </p:tav>
                                        <p:tav tm="100000">
                                          <p:val>
                                            <p:strVal val="#ppt_x"/>
                                          </p:val>
                                        </p:tav>
                                      </p:tavLst>
                                    </p:anim>
                                    <p:anim calcmode="lin" valueType="num">
                                      <p:cBhvr>
                                        <p:cTn id="23" dur="1200" decel="100000" fill="hold"/>
                                        <p:tgtEl>
                                          <p:spTgt spid="7"/>
                                        </p:tgtEl>
                                        <p:attrNameLst>
                                          <p:attrName>ppt_y</p:attrName>
                                        </p:attrNameLst>
                                      </p:cBhvr>
                                      <p:tavLst>
                                        <p:tav tm="0">
                                          <p:val>
                                            <p:strVal val="#ppt_y+.1"/>
                                          </p:val>
                                        </p:tav>
                                        <p:tav tm="100000">
                                          <p:val>
                                            <p:strVal val="#ppt_y"/>
                                          </p:val>
                                        </p:tav>
                                      </p:tavLst>
                                    </p:anim>
                                  </p:childTnLst>
                                </p:cTn>
                              </p:par>
                              <p:par>
                                <p:cTn id="24" presetID="42" presetClass="entr" presetSubtype="0" fill="hold" nodeType="withEffect">
                                  <p:stCondLst>
                                    <p:cond delay="1220"/>
                                  </p:stCondLst>
                                  <p:childTnLst>
                                    <p:set>
                                      <p:cBhvr>
                                        <p:cTn id="25" dur="1" fill="hold">
                                          <p:stCondLst>
                                            <p:cond delay="0"/>
                                          </p:stCondLst>
                                        </p:cTn>
                                        <p:tgtEl>
                                          <p:spTgt spid="38"/>
                                        </p:tgtEl>
                                        <p:attrNameLst>
                                          <p:attrName>style.visibility</p:attrName>
                                        </p:attrNameLst>
                                      </p:cBhvr>
                                      <p:to>
                                        <p:strVal val="visible"/>
                                      </p:to>
                                    </p:set>
                                    <p:animEffect transition="in" filter="fade">
                                      <p:cBhvr>
                                        <p:cTn id="26" dur="1200"/>
                                        <p:tgtEl>
                                          <p:spTgt spid="38"/>
                                        </p:tgtEl>
                                      </p:cBhvr>
                                    </p:animEffect>
                                    <p:anim calcmode="lin" valueType="num">
                                      <p:cBhvr>
                                        <p:cTn id="27" dur="1200" decel="100000" fill="hold"/>
                                        <p:tgtEl>
                                          <p:spTgt spid="38"/>
                                        </p:tgtEl>
                                        <p:attrNameLst>
                                          <p:attrName>ppt_x</p:attrName>
                                        </p:attrNameLst>
                                      </p:cBhvr>
                                      <p:tavLst>
                                        <p:tav tm="0">
                                          <p:val>
                                            <p:strVal val="#ppt_x"/>
                                          </p:val>
                                        </p:tav>
                                        <p:tav tm="100000">
                                          <p:val>
                                            <p:strVal val="#ppt_x"/>
                                          </p:val>
                                        </p:tav>
                                      </p:tavLst>
                                    </p:anim>
                                    <p:anim calcmode="lin" valueType="num">
                                      <p:cBhvr>
                                        <p:cTn id="28" dur="1200" decel="100000" fill="hold"/>
                                        <p:tgtEl>
                                          <p:spTgt spid="38"/>
                                        </p:tgtEl>
                                        <p:attrNameLst>
                                          <p:attrName>ppt_y</p:attrName>
                                        </p:attrNameLst>
                                      </p:cBhvr>
                                      <p:tavLst>
                                        <p:tav tm="0">
                                          <p:val>
                                            <p:strVal val="#ppt_y+.1"/>
                                          </p:val>
                                        </p:tav>
                                        <p:tav tm="100000">
                                          <p:val>
                                            <p:strVal val="#ppt_y"/>
                                          </p:val>
                                        </p:tav>
                                      </p:tavLst>
                                    </p:anim>
                                  </p:childTnLst>
                                </p:cTn>
                              </p:par>
                              <p:par>
                                <p:cTn id="29" presetID="42" presetClass="entr" presetSubtype="0" fill="hold" nodeType="withEffect">
                                  <p:stCondLst>
                                    <p:cond delay="1400"/>
                                  </p:stCondLst>
                                  <p:childTnLst>
                                    <p:set>
                                      <p:cBhvr>
                                        <p:cTn id="30" dur="1" fill="hold">
                                          <p:stCondLst>
                                            <p:cond delay="0"/>
                                          </p:stCondLst>
                                        </p:cTn>
                                        <p:tgtEl>
                                          <p:spTgt spid="36"/>
                                        </p:tgtEl>
                                        <p:attrNameLst>
                                          <p:attrName>style.visibility</p:attrName>
                                        </p:attrNameLst>
                                      </p:cBhvr>
                                      <p:to>
                                        <p:strVal val="visible"/>
                                      </p:to>
                                    </p:set>
                                    <p:animEffect transition="in" filter="fade">
                                      <p:cBhvr>
                                        <p:cTn id="31" dur="1200"/>
                                        <p:tgtEl>
                                          <p:spTgt spid="36"/>
                                        </p:tgtEl>
                                      </p:cBhvr>
                                    </p:animEffect>
                                    <p:anim calcmode="lin" valueType="num">
                                      <p:cBhvr>
                                        <p:cTn id="32" dur="1200" decel="100000" fill="hold"/>
                                        <p:tgtEl>
                                          <p:spTgt spid="36"/>
                                        </p:tgtEl>
                                        <p:attrNameLst>
                                          <p:attrName>ppt_x</p:attrName>
                                        </p:attrNameLst>
                                      </p:cBhvr>
                                      <p:tavLst>
                                        <p:tav tm="0">
                                          <p:val>
                                            <p:strVal val="#ppt_x"/>
                                          </p:val>
                                        </p:tav>
                                        <p:tav tm="100000">
                                          <p:val>
                                            <p:strVal val="#ppt_x"/>
                                          </p:val>
                                        </p:tav>
                                      </p:tavLst>
                                    </p:anim>
                                    <p:anim calcmode="lin" valueType="num">
                                      <p:cBhvr>
                                        <p:cTn id="33" dur="1200" decel="100000" fill="hold"/>
                                        <p:tgtEl>
                                          <p:spTgt spid="3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44" name="Keep your face always toward the sunshine - and shadows will fall behind you."/>
          <p:cNvSpPr txBox="1"/>
          <p:nvPr/>
        </p:nvSpPr>
        <p:spPr>
          <a:xfrm>
            <a:off x="4885423" y="5148437"/>
            <a:ext cx="14637445" cy="379642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1" tIns="50801" rIns="50801" bIns="50801">
            <a:spAutoFit/>
          </a:bodyPr>
          <a:lstStyle>
            <a:lvl1pPr defTabSz="457200">
              <a:defRPr sz="4400" b="0">
                <a:solidFill>
                  <a:srgbClr val="242423"/>
                </a:solidFill>
                <a:latin typeface="Montserrat Bold"/>
                <a:ea typeface="Montserrat Bold"/>
                <a:cs typeface="Montserrat Bold"/>
                <a:sym typeface="Montserrat Bold"/>
              </a:defRPr>
            </a:lvl1pPr>
          </a:lstStyle>
          <a:p>
            <a:r>
              <a:rPr lang="ru-RU" sz="4400" b="1" dirty="0">
                <a:solidFill>
                  <a:schemeClr val="accent3"/>
                </a:solidFill>
                <a:latin typeface="Arial" panose="020B0604020202020204" pitchFamily="34" charset="0"/>
                <a:cs typeface="Arial" panose="020B0604020202020204" pitchFamily="34" charset="0"/>
              </a:rPr>
              <a:t>Изучение истории скинхедов помогает понять, как молодёжные субкультуры формируются, меняются и иногда становятся инструментом распространения экстремистских идей</a:t>
            </a:r>
            <a:endParaRPr lang="ru-RU" sz="4400" b="1" dirty="0">
              <a:solidFill>
                <a:schemeClr val="accent3"/>
              </a:solidFill>
              <a:latin typeface="Arial" panose="020B0604020202020204" pitchFamily="34" charset="0"/>
              <a:cs typeface="Arial" panose="020B0604020202020204" pitchFamily="34" charset="0"/>
            </a:endParaRPr>
          </a:p>
        </p:txBody>
      </p:sp>
      <p:sp>
        <p:nvSpPr>
          <p:cNvPr id="4745" name="Rectangle"/>
          <p:cNvSpPr/>
          <p:nvPr/>
        </p:nvSpPr>
        <p:spPr>
          <a:xfrm>
            <a:off x="4584145" y="8700000"/>
            <a:ext cx="15240000" cy="143978"/>
          </a:xfrm>
          <a:prstGeom prst="rect">
            <a:avLst/>
          </a:prstGeom>
          <a:solidFill>
            <a:schemeClr val="accent1"/>
          </a:solidFill>
          <a:ln w="12700">
            <a:miter lim="400000"/>
          </a:ln>
        </p:spPr>
        <p:txBody>
          <a:bodyPr lIns="0" tIns="0" rIns="0" bIns="0" anchor="ctr"/>
          <a:lstStyle/>
          <a:p>
            <a:pPr>
              <a:defRPr sz="3200" b="0">
                <a:solidFill>
                  <a:srgbClr val="FFFFFF"/>
                </a:solidFill>
                <a:latin typeface="+mn-lt"/>
                <a:ea typeface="+mn-ea"/>
                <a:cs typeface="+mn-cs"/>
                <a:sym typeface="Helvetica Neue Medium"/>
              </a:defRPr>
            </a:pPr>
            <a:endParaRPr sz="3200" dirty="0">
              <a:latin typeface="Arial Black" panose="020B0604020202020204" pitchFamily="34" charset="0"/>
              <a:cs typeface="Arial Black" panose="020B0604020202020204" pitchFamily="34" charset="0"/>
            </a:endParaRPr>
          </a:p>
        </p:txBody>
      </p:sp>
      <p:sp>
        <p:nvSpPr>
          <p:cNvPr id="4746" name="Walt Whitman"/>
          <p:cNvSpPr txBox="1"/>
          <p:nvPr/>
        </p:nvSpPr>
        <p:spPr>
          <a:xfrm>
            <a:off x="10451698" y="9300000"/>
            <a:ext cx="3480608" cy="33753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1" tIns="50801" rIns="50801" bIns="50801">
            <a:spAutoFit/>
          </a:bodyPr>
          <a:lstStyle>
            <a:lvl1pPr algn="l" defTabSz="457200">
              <a:lnSpc>
                <a:spcPct val="120000"/>
              </a:lnSpc>
              <a:defRPr sz="1400" cap="all" spc="1120">
                <a:solidFill>
                  <a:srgbClr val="242423"/>
                </a:solidFill>
                <a:latin typeface="Arial"/>
                <a:ea typeface="Arial"/>
                <a:cs typeface="Arial"/>
                <a:sym typeface="Arial"/>
              </a:defRPr>
            </a:lvl1pPr>
          </a:lstStyle>
          <a:p>
            <a:pPr algn="ctr"/>
            <a:r>
              <a:rPr lang="ru-RU" sz="1401" dirty="0">
                <a:solidFill>
                  <a:schemeClr val="accent3"/>
                </a:solidFill>
                <a:latin typeface="Arial" panose="020B0604020202020204" pitchFamily="34" charset="0"/>
                <a:cs typeface="Arial" panose="020B0604020202020204" pitchFamily="34" charset="0"/>
              </a:rPr>
              <a:t>Вывод</a:t>
            </a:r>
            <a:endParaRPr lang="ru-RU" sz="1401" dirty="0">
              <a:solidFill>
                <a:schemeClr val="accent3"/>
              </a:solidFill>
              <a:latin typeface="Arial" panose="020B0604020202020204" pitchFamily="34" charset="0"/>
              <a:cs typeface="Arial" panose="020B0604020202020204" pitchFamily="34" charset="0"/>
            </a:endParaRPr>
          </a:p>
        </p:txBody>
      </p:sp>
      <p:sp>
        <p:nvSpPr>
          <p:cNvPr id="4747" name="Rectangle"/>
          <p:cNvSpPr/>
          <p:nvPr/>
        </p:nvSpPr>
        <p:spPr>
          <a:xfrm>
            <a:off x="4584145" y="4542810"/>
            <a:ext cx="15240000" cy="143975"/>
          </a:xfrm>
          <a:prstGeom prst="rect">
            <a:avLst/>
          </a:prstGeom>
          <a:solidFill>
            <a:schemeClr val="accent1"/>
          </a:solidFill>
          <a:ln w="12700">
            <a:miter lim="400000"/>
          </a:ln>
        </p:spPr>
        <p:txBody>
          <a:bodyPr lIns="0" tIns="0" rIns="0" bIns="0" anchor="ctr"/>
          <a:lstStyle/>
          <a:p>
            <a:pPr>
              <a:defRPr sz="3200" b="0">
                <a:solidFill>
                  <a:srgbClr val="FFFFFF"/>
                </a:solidFill>
                <a:latin typeface="+mn-lt"/>
                <a:ea typeface="+mn-ea"/>
                <a:cs typeface="+mn-cs"/>
                <a:sym typeface="Helvetica Neue Medium"/>
              </a:defRPr>
            </a:pPr>
            <a:endParaRPr sz="3200" dirty="0">
              <a:latin typeface="Arial Black" panose="020B0604020202020204" pitchFamily="34" charset="0"/>
              <a:cs typeface="Arial Black" panose="020B0604020202020204" pitchFamily="34" charset="0"/>
            </a:endParaRPr>
          </a:p>
        </p:txBody>
      </p:sp>
      <p:grpSp>
        <p:nvGrpSpPr>
          <p:cNvPr id="2" name="Group 1">
            <a:extLst>
              <a:ext uri="{FF2B5EF4-FFF2-40B4-BE49-F238E27FC236}">
                <a16:creationId xmlns:a16="http://schemas.microsoft.com/office/drawing/2014/main" id="{972EF1C7-B650-A747-9B07-7D052444B69F}"/>
              </a:ext>
            </a:extLst>
          </p:cNvPr>
          <p:cNvGrpSpPr/>
          <p:nvPr/>
        </p:nvGrpSpPr>
        <p:grpSpPr>
          <a:xfrm>
            <a:off x="11569145" y="2633134"/>
            <a:ext cx="1270001" cy="1270001"/>
            <a:chOff x="11569144" y="2633133"/>
            <a:chExt cx="1270001" cy="1270001"/>
          </a:xfrm>
        </p:grpSpPr>
        <p:sp>
          <p:nvSpPr>
            <p:cNvPr id="4748" name="Rounded Rectangle"/>
            <p:cNvSpPr/>
            <p:nvPr/>
          </p:nvSpPr>
          <p:spPr>
            <a:xfrm>
              <a:off x="11569144" y="2633133"/>
              <a:ext cx="1270001" cy="1270001"/>
            </a:xfrm>
            <a:prstGeom prst="roundRect">
              <a:avLst>
                <a:gd name="adj" fmla="val 30239"/>
              </a:avLst>
            </a:prstGeom>
            <a:solidFill>
              <a:schemeClr val="accent1"/>
            </a:solidFill>
            <a:ln w="12700">
              <a:miter lim="400000"/>
            </a:ln>
          </p:spPr>
          <p:txBody>
            <a:bodyPr lIns="0" tIns="0" rIns="0" bIns="0" anchor="ctr"/>
            <a:lstStyle/>
            <a:p>
              <a:pPr>
                <a:defRPr sz="3200" b="0">
                  <a:solidFill>
                    <a:srgbClr val="FFFFFF"/>
                  </a:solidFill>
                  <a:latin typeface="+mn-lt"/>
                  <a:ea typeface="+mn-ea"/>
                  <a:cs typeface="+mn-cs"/>
                  <a:sym typeface="Helvetica Neue Medium"/>
                </a:defRPr>
              </a:pPr>
              <a:endParaRPr sz="3200" dirty="0">
                <a:latin typeface="Arial Black" panose="020B0604020202020204" pitchFamily="34" charset="0"/>
                <a:cs typeface="Arial Black" panose="020B0604020202020204" pitchFamily="34" charset="0"/>
              </a:endParaRPr>
            </a:p>
          </p:txBody>
        </p:sp>
        <p:sp>
          <p:nvSpPr>
            <p:cNvPr id="4749" name="Graphic 52"/>
            <p:cNvSpPr/>
            <p:nvPr/>
          </p:nvSpPr>
          <p:spPr>
            <a:xfrm>
              <a:off x="11932294" y="3053762"/>
              <a:ext cx="543701" cy="430430"/>
            </a:xfrm>
            <a:custGeom>
              <a:avLst/>
              <a:gdLst/>
              <a:ahLst/>
              <a:cxnLst>
                <a:cxn ang="0">
                  <a:pos x="wd2" y="hd2"/>
                </a:cxn>
                <a:cxn ang="5400000">
                  <a:pos x="wd2" y="hd2"/>
                </a:cxn>
                <a:cxn ang="10800000">
                  <a:pos x="wd2" y="hd2"/>
                </a:cxn>
                <a:cxn ang="16200000">
                  <a:pos x="wd2" y="hd2"/>
                </a:cxn>
              </a:cxnLst>
              <a:rect l="0" t="0" r="r" b="b"/>
              <a:pathLst>
                <a:path w="21600" h="21597" extrusionOk="0">
                  <a:moveTo>
                    <a:pt x="18450" y="0"/>
                  </a:moveTo>
                  <a:lnTo>
                    <a:pt x="14850" y="0"/>
                  </a:lnTo>
                  <a:cubicBezTo>
                    <a:pt x="13110" y="0"/>
                    <a:pt x="11700" y="1781"/>
                    <a:pt x="11700" y="3979"/>
                  </a:cubicBezTo>
                  <a:lnTo>
                    <a:pt x="11700" y="8525"/>
                  </a:lnTo>
                  <a:cubicBezTo>
                    <a:pt x="11700" y="10722"/>
                    <a:pt x="13110" y="12504"/>
                    <a:pt x="14850" y="12504"/>
                  </a:cubicBezTo>
                  <a:lnTo>
                    <a:pt x="18757" y="12504"/>
                  </a:lnTo>
                  <a:cubicBezTo>
                    <a:pt x="18461" y="15069"/>
                    <a:pt x="17140" y="17260"/>
                    <a:pt x="15260" y="18301"/>
                  </a:cubicBezTo>
                  <a:cubicBezTo>
                    <a:pt x="14565" y="18639"/>
                    <a:pt x="14217" y="19626"/>
                    <a:pt x="14485" y="20504"/>
                  </a:cubicBezTo>
                  <a:cubicBezTo>
                    <a:pt x="14686" y="21165"/>
                    <a:pt x="15190" y="21600"/>
                    <a:pt x="15750" y="21597"/>
                  </a:cubicBezTo>
                  <a:cubicBezTo>
                    <a:pt x="15917" y="21599"/>
                    <a:pt x="16084" y="21560"/>
                    <a:pt x="16240" y="21484"/>
                  </a:cubicBezTo>
                  <a:cubicBezTo>
                    <a:pt x="19942" y="19665"/>
                    <a:pt x="21600" y="14804"/>
                    <a:pt x="21600" y="10799"/>
                  </a:cubicBezTo>
                  <a:lnTo>
                    <a:pt x="21600" y="3979"/>
                  </a:lnTo>
                  <a:cubicBezTo>
                    <a:pt x="21600" y="1781"/>
                    <a:pt x="20190" y="0"/>
                    <a:pt x="18450" y="0"/>
                  </a:cubicBezTo>
                  <a:close/>
                  <a:moveTo>
                    <a:pt x="14400" y="8525"/>
                  </a:moveTo>
                  <a:lnTo>
                    <a:pt x="14400" y="3979"/>
                  </a:lnTo>
                  <a:cubicBezTo>
                    <a:pt x="14400" y="3665"/>
                    <a:pt x="14601" y="3410"/>
                    <a:pt x="14850" y="3410"/>
                  </a:cubicBezTo>
                  <a:lnTo>
                    <a:pt x="18450" y="3410"/>
                  </a:lnTo>
                  <a:cubicBezTo>
                    <a:pt x="18699" y="3410"/>
                    <a:pt x="18900" y="3665"/>
                    <a:pt x="18900" y="3979"/>
                  </a:cubicBezTo>
                  <a:lnTo>
                    <a:pt x="18900" y="9094"/>
                  </a:lnTo>
                  <a:lnTo>
                    <a:pt x="14850" y="9094"/>
                  </a:lnTo>
                  <a:cubicBezTo>
                    <a:pt x="14601" y="9094"/>
                    <a:pt x="14400" y="8839"/>
                    <a:pt x="14400" y="8525"/>
                  </a:cubicBezTo>
                  <a:close/>
                  <a:moveTo>
                    <a:pt x="6750" y="0"/>
                  </a:moveTo>
                  <a:lnTo>
                    <a:pt x="3150" y="0"/>
                  </a:lnTo>
                  <a:cubicBezTo>
                    <a:pt x="1410" y="0"/>
                    <a:pt x="0" y="1781"/>
                    <a:pt x="0" y="3979"/>
                  </a:cubicBezTo>
                  <a:lnTo>
                    <a:pt x="0" y="8525"/>
                  </a:lnTo>
                  <a:cubicBezTo>
                    <a:pt x="0" y="10722"/>
                    <a:pt x="1410" y="12504"/>
                    <a:pt x="3150" y="12504"/>
                  </a:cubicBezTo>
                  <a:lnTo>
                    <a:pt x="7057" y="12504"/>
                  </a:lnTo>
                  <a:cubicBezTo>
                    <a:pt x="6761" y="15069"/>
                    <a:pt x="5440" y="17260"/>
                    <a:pt x="3560" y="18301"/>
                  </a:cubicBezTo>
                  <a:cubicBezTo>
                    <a:pt x="2865" y="18639"/>
                    <a:pt x="2517" y="19626"/>
                    <a:pt x="2785" y="20504"/>
                  </a:cubicBezTo>
                  <a:cubicBezTo>
                    <a:pt x="2986" y="21165"/>
                    <a:pt x="3490" y="21600"/>
                    <a:pt x="4050" y="21597"/>
                  </a:cubicBezTo>
                  <a:cubicBezTo>
                    <a:pt x="4217" y="21599"/>
                    <a:pt x="4384" y="21560"/>
                    <a:pt x="4540" y="21484"/>
                  </a:cubicBezTo>
                  <a:cubicBezTo>
                    <a:pt x="8242" y="19665"/>
                    <a:pt x="9900" y="14804"/>
                    <a:pt x="9900" y="10799"/>
                  </a:cubicBezTo>
                  <a:lnTo>
                    <a:pt x="9900" y="3979"/>
                  </a:lnTo>
                  <a:cubicBezTo>
                    <a:pt x="9900" y="1781"/>
                    <a:pt x="8490" y="0"/>
                    <a:pt x="6750" y="0"/>
                  </a:cubicBezTo>
                  <a:close/>
                  <a:moveTo>
                    <a:pt x="2700" y="8525"/>
                  </a:moveTo>
                  <a:lnTo>
                    <a:pt x="2700" y="3979"/>
                  </a:lnTo>
                  <a:cubicBezTo>
                    <a:pt x="2700" y="3665"/>
                    <a:pt x="2901" y="3410"/>
                    <a:pt x="3150" y="3410"/>
                  </a:cubicBezTo>
                  <a:lnTo>
                    <a:pt x="6750" y="3410"/>
                  </a:lnTo>
                  <a:cubicBezTo>
                    <a:pt x="6999" y="3410"/>
                    <a:pt x="7200" y="3665"/>
                    <a:pt x="7200" y="3979"/>
                  </a:cubicBezTo>
                  <a:lnTo>
                    <a:pt x="7200" y="9094"/>
                  </a:lnTo>
                  <a:lnTo>
                    <a:pt x="3150" y="9094"/>
                  </a:lnTo>
                  <a:cubicBezTo>
                    <a:pt x="2901" y="9094"/>
                    <a:pt x="2700" y="8839"/>
                    <a:pt x="2700" y="8525"/>
                  </a:cubicBezTo>
                  <a:close/>
                </a:path>
              </a:pathLst>
            </a:custGeom>
            <a:solidFill>
              <a:schemeClr val="bg2"/>
            </a:solidFill>
            <a:ln w="12700">
              <a:miter lim="400000"/>
            </a:ln>
          </p:spPr>
          <p:txBody>
            <a:bodyPr lIns="45718" rIns="45718" anchor="ctr"/>
            <a:lstStyle/>
            <a:p>
              <a:pPr>
                <a:defRPr sz="3200" b="0">
                  <a:solidFill>
                    <a:srgbClr val="FFFFFF"/>
                  </a:solidFill>
                  <a:latin typeface="+mn-lt"/>
                  <a:ea typeface="+mn-ea"/>
                  <a:cs typeface="+mn-cs"/>
                  <a:sym typeface="Helvetica Neue Medium"/>
                </a:defRPr>
              </a:pPr>
              <a:endParaRPr sz="3200" dirty="0">
                <a:latin typeface="Arial Black" panose="020B0604020202020204" pitchFamily="34" charset="0"/>
                <a:cs typeface="Arial Black" panose="020B0604020202020204" pitchFamily="34" charset="0"/>
              </a:endParaRPr>
            </a:p>
          </p:txBody>
        </p:sp>
      </p:grpSp>
      <p:sp>
        <p:nvSpPr>
          <p:cNvPr id="9001" name="!!Ring" descr="Светящееся кольцо"/>
          <p:cNvSpPr/>
          <p:nvPr/>
        </p:nvSpPr>
        <p:spPr>
          <a:xfrm>
            <a:off x="274320" y="3840480"/>
            <a:ext cx="4023360" cy="4023360"/>
          </a:xfrm>
          <a:prstGeom prst="ellipse">
            <a:avLst/>
          </a:prstGeom>
          <a:noFill/>
          <a:ln w="76200">
            <a:solidFill>
              <a:srgbClr val="C80D3F"/>
            </a:solidFill>
          </a:ln>
          <a:effectLst>
            <a:glow rad="355600">
              <a:srgbClr val="C80D3F">
                <a:alpha val="55000"/>
              </a:srgbClr>
            </a:glow>
          </a:effectLst>
        </p:spPr>
      </p:sp>
      <mc:AlternateContent xmlns:mc="http://schemas.openxmlformats.org/markup-compatibility/2006">
        <mc:Choice xmlns:am3d="http://schemas.microsoft.com/office/drawing/2017/model3d" Requires="am3d">
          <p:graphicFrame>
            <p:nvGraphicFramePr>
              <p:cNvPr id="9002" name="!!Emblem3D" descr="3D-модель эмблемы Президентской академии"/>
              <p:cNvGraphicFramePr>
                <a:graphicFrameLocks noGrp="1" noChangeAspect="1"/>
              </p:cNvGraphicFramePr>
              <p:nvPr/>
            </p:nvGraphicFramePr>
            <p:xfrm>
              <a:off x="636422" y="4202582"/>
              <a:ext cx="3299156" cy="3299156"/>
            </p:xfrm>
            <a:graphic>
              <a:graphicData uri="http://schemas.microsoft.com/office/drawing/2017/model3d">
                <am3d:model3d r:embed="rId2">
                  <am3d:spPr>
                    <a:xfrm>
                      <a:off x="636422" y="4202582"/>
                      <a:ext cx="3299156" cy="3299156"/>
                    </a:xfrm>
                    <a:prstGeom prst="rect">
                      <a:avLst/>
                    </a:prstGeom>
                    <a:effectLst>
                      <a:glow rad="190500">
                        <a:srgbClr val="C80D3F">
                          <a:alpha val="40000"/>
                        </a:srgbClr>
                      </a:glow>
                    </a:effectLst>
                  </am3d:spPr>
                  <am3d:camera>
                    <am3d:pos x="0" y="0" z="52000000"/>
                    <am3d:up dx="0" dy="36000000" dz="0"/>
                    <am3d:lookAt x="0" y="0" z="0"/>
                    <am3d:perspective fov="2700000"/>
                  </am3d:camera>
                  <am3d:trans>
                    <am3d:meterPerModelUnit n="1000000" d="1000000"/>
                    <am3d:preTrans dx="0" dy="0" dz="0"/>
                    <am3d:scale>
                      <am3d:sx n="1000000" d="1000000"/>
                      <am3d:sy n="1000000" d="1000000"/>
                      <am3d:sz n="1000000" d="1000000"/>
                    </am3d:scale>
                    <am3d:rot ax="0" ay="0" az="0"/>
                    <am3d:postTrans dx="0" dy="0" dz="0"/>
                  </am3d:trans>
                  <am3d:raster rName="Office3DRenderer" rVer="16.0.8326">
                    <am3d:blip r:embed="rId3"/>
                  </am3d:raster>
                  <am3d:objViewport viewportSz="3299156"/>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9002" name="!!Emblem3D" descr="3D-модель эмблемы Президентской академии"/>
              <p:cNvPicPr>
                <a:picLocks noGrp="1" noRot="1" noChangeAspect="1" noMove="1" noResize="1" noEditPoints="1" noAdjustHandles="1" noChangeArrowheads="1" noChangeShapeType="1" noCrop="1"/>
              </p:cNvPicPr>
              <p:nvPr/>
            </p:nvPicPr>
            <p:blipFill>
              <a:blip r:embed="rId3"/>
              <a:stretch>
                <a:fillRect/>
              </a:stretch>
            </p:blipFill>
            <p:spPr>
              <a:xfrm>
                <a:off x="636422" y="4202582"/>
                <a:ext cx="3299156" cy="3299156"/>
              </a:xfrm>
              <a:prstGeom prst="rect">
                <a:avLst/>
              </a:prstGeom>
              <a:effectLst>
                <a:glow rad="190500">
                  <a:srgbClr val="C80D3F">
                    <a:alpha val="40000"/>
                  </a:srgbClr>
                </a:glow>
              </a:effectLst>
            </p:spPr>
          </p:pic>
        </mc:Fallback>
      </mc:AlternateContent>
      <mc:AlternateContent xmlns:mc="http://schemas.openxmlformats.org/markup-compatibility/2006">
        <mc:Choice xmlns:am3d="http://schemas.microsoft.com/office/drawing/2017/model3d" Requires="am3d">
          <p:graphicFrame>
            <p:nvGraphicFramePr>
              <p:cNvPr id="9012" name="!!Boot3D" descr="3D-модель ботинка с высокой шнуровкой"/>
              <p:cNvGraphicFramePr>
                <a:graphicFrameLocks noGrp="1" noChangeAspect="1"/>
              </p:cNvGraphicFramePr>
              <p:nvPr/>
            </p:nvGraphicFramePr>
            <p:xfrm>
              <a:off x="27509724" y="8764524"/>
              <a:ext cx="4873752" cy="4873752"/>
            </p:xfrm>
            <a:graphic>
              <a:graphicData uri="http://schemas.microsoft.com/office/drawing/2017/model3d">
                <am3d:model3d r:embed="rId4">
                  <am3d:spPr>
                    <a:xfrm>
                      <a:off x="27509724" y="8764524"/>
                      <a:ext cx="4873752" cy="4873752"/>
                    </a:xfrm>
                    <a:prstGeom prst="rect">
                      <a:avLst/>
                    </a:prstGeom>
                    <a:effectLst>
                      <a:glow rad="190500">
                        <a:srgbClr val="C80D3F">
                          <a:alpha val="40000"/>
                        </a:srgbClr>
                      </a:glow>
                    </a:effectLst>
                  </am3d:spPr>
                  <am3d:camera>
                    <am3d:pos x="0" y="0" z="52000000"/>
                    <am3d:up dx="0" dy="36000000" dz="0"/>
                    <am3d:lookAt x="0" y="0" z="0"/>
                    <am3d:perspective fov="2700000"/>
                  </am3d:camera>
                  <am3d:trans>
                    <am3d:meterPerModelUnit n="1000000" d="1000000"/>
                    <am3d:preTrans dx="0" dy="0" dz="0"/>
                    <am3d:scale>
                      <am3d:sx n="1000000" d="1000000"/>
                      <am3d:sy n="1000000" d="1000000"/>
                      <am3d:sz n="1000000" d="1000000"/>
                    </am3d:scale>
                    <am3d:rot ax="2400000" ay="9600000" az="1800000"/>
                    <am3d:postTrans dx="0" dy="0" dz="0"/>
                  </am3d:trans>
                  <am3d:raster rName="Office3DRenderer" rVer="16.0.8326">
                    <am3d:blip r:embed="rId5"/>
                  </am3d:raster>
                  <am3d:objViewport viewportSz="4873752"/>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9012" name="!!Boot3D" descr="3D-модель ботинка с высокой шнуровкой"/>
              <p:cNvPicPr>
                <a:picLocks noGrp="1" noRot="1" noChangeAspect="1" noMove="1" noResize="1" noEditPoints="1" noAdjustHandles="1" noChangeArrowheads="1" noChangeShapeType="1" noCrop="1"/>
              </p:cNvPicPr>
              <p:nvPr/>
            </p:nvPicPr>
            <p:blipFill>
              <a:blip r:embed="rId5"/>
              <a:stretch>
                <a:fillRect/>
              </a:stretch>
            </p:blipFill>
            <p:spPr>
              <a:xfrm>
                <a:off x="27509724" y="8764524"/>
                <a:ext cx="4873752" cy="4873752"/>
              </a:xfrm>
              <a:prstGeom prst="rect">
                <a:avLst/>
              </a:prstGeom>
              <a:effectLst>
                <a:glow rad="190500">
                  <a:srgbClr val="C80D3F">
                    <a:alpha val="40000"/>
                  </a:srgbClr>
                </a:glow>
              </a:effectLst>
            </p:spPr>
          </p:pic>
        </mc:Fallback>
      </mc:AlternateContent>
      <mc:AlternateContent xmlns:mc="http://schemas.openxmlformats.org/markup-compatibility/2006">
        <mc:Choice xmlns:am3d="http://schemas.microsoft.com/office/drawing/2017/model3d" Requires="am3d">
          <p:graphicFrame>
            <p:nvGraphicFramePr>
              <p:cNvPr id="9022" name="!!Braces3D" descr="3D-модель подтяжек"/>
              <p:cNvGraphicFramePr>
                <a:graphicFrameLocks noGrp="1" noChangeAspect="1"/>
              </p:cNvGraphicFramePr>
              <p:nvPr/>
            </p:nvGraphicFramePr>
            <p:xfrm>
              <a:off x="-7735824" y="10094976"/>
              <a:ext cx="4498848" cy="4498848"/>
            </p:xfrm>
            <a:graphic>
              <a:graphicData uri="http://schemas.microsoft.com/office/drawing/2017/model3d">
                <am3d:model3d r:embed="rId6">
                  <am3d:spPr>
                    <a:xfrm>
                      <a:off x="-7735824" y="10094976"/>
                      <a:ext cx="4498848" cy="4498848"/>
                    </a:xfrm>
                    <a:prstGeom prst="rect">
                      <a:avLst/>
                    </a:prstGeom>
                    <a:effectLst>
                      <a:glow rad="190500">
                        <a:srgbClr val="C80D3F">
                          <a:alpha val="40000"/>
                        </a:srgbClr>
                      </a:glow>
                    </a:effectLst>
                  </am3d:spPr>
                  <am3d:camera>
                    <am3d:pos x="0" y="0" z="52000000"/>
                    <am3d:up dx="0" dy="36000000" dz="0"/>
                    <am3d:lookAt x="0" y="0" z="0"/>
                    <am3d:perspective fov="2700000"/>
                  </am3d:camera>
                  <am3d:trans>
                    <am3d:meterPerModelUnit n="1000000" d="1000000"/>
                    <am3d:preTrans dx="0" dy="0" dz="0"/>
                    <am3d:scale>
                      <am3d:sx n="1000000" d="1000000"/>
                      <am3d:sy n="1000000" d="1000000"/>
                      <am3d:sz n="1000000" d="1000000"/>
                    </am3d:scale>
                    <am3d:rot ax="19800000" ay="12000000" az="20400000"/>
                    <am3d:postTrans dx="0" dy="0" dz="0"/>
                  </am3d:trans>
                  <am3d:raster rName="Office3DRenderer" rVer="16.0.8326">
                    <am3d:blip r:embed="rId7"/>
                  </am3d:raster>
                  <am3d:objViewport viewportSz="4498848"/>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9022" name="!!Braces3D" descr="3D-модель подтяжек"/>
              <p:cNvPicPr>
                <a:picLocks noGrp="1" noRot="1" noChangeAspect="1" noMove="1" noResize="1" noEditPoints="1" noAdjustHandles="1" noChangeArrowheads="1" noChangeShapeType="1" noCrop="1"/>
              </p:cNvPicPr>
              <p:nvPr/>
            </p:nvPicPr>
            <p:blipFill>
              <a:blip r:embed="rId7"/>
              <a:stretch>
                <a:fillRect/>
              </a:stretch>
            </p:blipFill>
            <p:spPr>
              <a:xfrm>
                <a:off x="-7735824" y="10094976"/>
                <a:ext cx="4498848" cy="4498848"/>
              </a:xfrm>
              <a:prstGeom prst="rect">
                <a:avLst/>
              </a:prstGeom>
              <a:effectLst>
                <a:glow rad="190500">
                  <a:srgbClr val="C80D3F">
                    <a:alpha val="40000"/>
                  </a:srgbClr>
                </a:glow>
              </a:effectLst>
            </p:spPr>
          </p:pic>
        </mc:Fallback>
      </mc:AlternateContent>
      <mc:AlternateContent xmlns:mc="http://schemas.openxmlformats.org/markup-compatibility/2006">
        <mc:Choice xmlns:am3d="http://schemas.microsoft.com/office/drawing/2017/model3d" Requires="am3d">
          <p:graphicFrame>
            <p:nvGraphicFramePr>
              <p:cNvPr id="9032" name="!!Vinyl3D" descr="3D-модель виниловой пластинки ска"/>
              <p:cNvGraphicFramePr>
                <a:graphicFrameLocks noGrp="1" noChangeAspect="1"/>
              </p:cNvGraphicFramePr>
              <p:nvPr/>
            </p:nvGraphicFramePr>
            <p:xfrm>
              <a:off x="19778472" y="-7653528"/>
              <a:ext cx="5248656" cy="5248656"/>
            </p:xfrm>
            <a:graphic>
              <a:graphicData uri="http://schemas.microsoft.com/office/drawing/2017/model3d">
                <am3d:model3d r:embed="rId8">
                  <am3d:spPr>
                    <a:xfrm>
                      <a:off x="19778472" y="-7653528"/>
                      <a:ext cx="5248656" cy="5248656"/>
                    </a:xfrm>
                    <a:prstGeom prst="rect">
                      <a:avLst/>
                    </a:prstGeom>
                    <a:effectLst>
                      <a:glow rad="190500">
                        <a:srgbClr val="C80D3F">
                          <a:alpha val="40000"/>
                        </a:srgbClr>
                      </a:glow>
                    </a:effectLst>
                  </am3d:spPr>
                  <am3d:camera>
                    <am3d:pos x="0" y="0" z="52000000"/>
                    <am3d:up dx="0" dy="36000000" dz="0"/>
                    <am3d:lookAt x="0" y="0" z="0"/>
                    <am3d:perspective fov="2700000"/>
                  </am3d:camera>
                  <am3d:trans>
                    <am3d:meterPerModelUnit n="1000000" d="1000000"/>
                    <am3d:preTrans dx="0" dy="0" dz="0"/>
                    <am3d:scale>
                      <am3d:sx n="1000000" d="1000000"/>
                      <am3d:sy n="1000000" d="1000000"/>
                      <am3d:sz n="1000000" d="1000000"/>
                    </am3d:scale>
                    <am3d:rot ax="4200000" ay="14400000" az="0"/>
                    <am3d:postTrans dx="0" dy="0" dz="0"/>
                  </am3d:trans>
                  <am3d:raster rName="Office3DRenderer" rVer="16.0.8326">
                    <am3d:blip r:embed="rId9"/>
                  </am3d:raster>
                  <am3d:objViewport viewportSz="5248656"/>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9032" name="!!Vinyl3D" descr="3D-модель виниловой пластинки ска"/>
              <p:cNvPicPr>
                <a:picLocks noGrp="1" noRot="1" noChangeAspect="1" noMove="1" noResize="1" noEditPoints="1" noAdjustHandles="1" noChangeArrowheads="1" noChangeShapeType="1" noCrop="1"/>
              </p:cNvPicPr>
              <p:nvPr/>
            </p:nvPicPr>
            <p:blipFill>
              <a:blip r:embed="rId9"/>
              <a:stretch>
                <a:fillRect/>
              </a:stretch>
            </p:blipFill>
            <p:spPr>
              <a:xfrm>
                <a:off x="19778472" y="-7653528"/>
                <a:ext cx="5248656" cy="5248656"/>
              </a:xfrm>
              <a:prstGeom prst="rect">
                <a:avLst/>
              </a:prstGeom>
              <a:effectLst>
                <a:glow rad="190500">
                  <a:srgbClr val="C80D3F">
                    <a:alpha val="40000"/>
                  </a:srgbClr>
                </a:glow>
              </a:effectLst>
            </p:spPr>
          </p:pic>
        </mc:Fallback>
      </mc:AlternateContent>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4" fill="hold">
                            <p:stCondLst>
                              <p:cond delay="0"/>
                            </p:stCondLst>
                            <p:childTnLst>
                              <p:par>
                                <p:cTn id="4" presetID="42" presetClass="entr" presetSubtype="0" fill="hold" nodeType="withEffect">
                                  <p:stCondLst>
                                    <p:cond delay="500"/>
                                  </p:stCondLst>
                                  <p:childTnLst>
                                    <p:set>
                                      <p:cBhvr>
                                        <p:cTn id="5" dur="1" fill="hold">
                                          <p:stCondLst>
                                            <p:cond delay="0"/>
                                          </p:stCondLst>
                                        </p:cTn>
                                        <p:tgtEl>
                                          <p:spTgt spid="4744"/>
                                        </p:tgtEl>
                                        <p:attrNameLst>
                                          <p:attrName>style.visibility</p:attrName>
                                        </p:attrNameLst>
                                      </p:cBhvr>
                                      <p:to>
                                        <p:strVal val="visible"/>
                                      </p:to>
                                    </p:set>
                                    <p:animEffect transition="in" filter="fade">
                                      <p:cBhvr>
                                        <p:cTn id="6" dur="1200"/>
                                        <p:tgtEl>
                                          <p:spTgt spid="4744"/>
                                        </p:tgtEl>
                                      </p:cBhvr>
                                    </p:animEffect>
                                    <p:anim calcmode="lin" valueType="num">
                                      <p:cBhvr>
                                        <p:cTn id="7" dur="1200" decel="100000" fill="hold"/>
                                        <p:tgtEl>
                                          <p:spTgt spid="4744"/>
                                        </p:tgtEl>
                                        <p:attrNameLst>
                                          <p:attrName>ppt_x</p:attrName>
                                        </p:attrNameLst>
                                      </p:cBhvr>
                                      <p:tavLst>
                                        <p:tav tm="0">
                                          <p:val>
                                            <p:strVal val="#ppt_x"/>
                                          </p:val>
                                        </p:tav>
                                        <p:tav tm="100000">
                                          <p:val>
                                            <p:strVal val="#ppt_x"/>
                                          </p:val>
                                        </p:tav>
                                      </p:tavLst>
                                    </p:anim>
                                    <p:anim calcmode="lin" valueType="num">
                                      <p:cBhvr>
                                        <p:cTn id="8" dur="1200" decel="100000" fill="hold"/>
                                        <p:tgtEl>
                                          <p:spTgt spid="4744"/>
                                        </p:tgtEl>
                                        <p:attrNameLst>
                                          <p:attrName>ppt_y</p:attrName>
                                        </p:attrNameLst>
                                      </p:cBhvr>
                                      <p:tavLst>
                                        <p:tav tm="0">
                                          <p:val>
                                            <p:strVal val="#ppt_y+.1"/>
                                          </p:val>
                                        </p:tav>
                                        <p:tav tm="100000">
                                          <p:val>
                                            <p:strVal val="#ppt_y"/>
                                          </p:val>
                                        </p:tav>
                                      </p:tavLst>
                                    </p:anim>
                                  </p:childTnLst>
                                </p:cTn>
                              </p:par>
                              <p:par>
                                <p:cTn id="9" presetID="42" presetClass="entr" presetSubtype="0" fill="hold" nodeType="withEffect">
                                  <p:stCondLst>
                                    <p:cond delay="680"/>
                                  </p:stCondLst>
                                  <p:childTnLst>
                                    <p:set>
                                      <p:cBhvr>
                                        <p:cTn id="10" dur="1" fill="hold">
                                          <p:stCondLst>
                                            <p:cond delay="0"/>
                                          </p:stCondLst>
                                        </p:cTn>
                                        <p:tgtEl>
                                          <p:spTgt spid="4746"/>
                                        </p:tgtEl>
                                        <p:attrNameLst>
                                          <p:attrName>style.visibility</p:attrName>
                                        </p:attrNameLst>
                                      </p:cBhvr>
                                      <p:to>
                                        <p:strVal val="visible"/>
                                      </p:to>
                                    </p:set>
                                    <p:animEffect transition="in" filter="fade">
                                      <p:cBhvr>
                                        <p:cTn id="11" dur="1200"/>
                                        <p:tgtEl>
                                          <p:spTgt spid="4746"/>
                                        </p:tgtEl>
                                      </p:cBhvr>
                                    </p:animEffect>
                                    <p:anim calcmode="lin" valueType="num">
                                      <p:cBhvr>
                                        <p:cTn id="12" dur="1200" decel="100000" fill="hold"/>
                                        <p:tgtEl>
                                          <p:spTgt spid="4746"/>
                                        </p:tgtEl>
                                        <p:attrNameLst>
                                          <p:attrName>ppt_x</p:attrName>
                                        </p:attrNameLst>
                                      </p:cBhvr>
                                      <p:tavLst>
                                        <p:tav tm="0">
                                          <p:val>
                                            <p:strVal val="#ppt_x"/>
                                          </p:val>
                                        </p:tav>
                                        <p:tav tm="100000">
                                          <p:val>
                                            <p:strVal val="#ppt_x"/>
                                          </p:val>
                                        </p:tav>
                                      </p:tavLst>
                                    </p:anim>
                                    <p:anim calcmode="lin" valueType="num">
                                      <p:cBhvr>
                                        <p:cTn id="13" dur="1200" decel="100000" fill="hold"/>
                                        <p:tgtEl>
                                          <p:spTgt spid="474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69" name="Business Report"/>
          <p:cNvSpPr txBox="1"/>
          <p:nvPr/>
        </p:nvSpPr>
        <p:spPr>
          <a:xfrm>
            <a:off x="8781589" y="5082977"/>
            <a:ext cx="9104677" cy="307802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a:spAutoFit/>
          </a:bodyPr>
          <a:lstStyle>
            <a:lvl1pPr algn="l">
              <a:defRPr sz="10000" b="0">
                <a:solidFill>
                  <a:srgbClr val="242423"/>
                </a:solidFill>
                <a:latin typeface="Montserrat Bold"/>
                <a:ea typeface="Montserrat Bold"/>
                <a:cs typeface="Montserrat Bold"/>
                <a:sym typeface="Montserrat Bold"/>
              </a:defRPr>
            </a:lvl1pPr>
          </a:lstStyle>
          <a:p>
            <a:r>
              <a:rPr lang="ru-RU" sz="10001" b="1" dirty="0">
                <a:solidFill>
                  <a:schemeClr val="accent1"/>
                </a:solidFill>
                <a:latin typeface="Arial" panose="020B0604020202020204" pitchFamily="34" charset="0"/>
                <a:cs typeface="Arial" panose="020B0604020202020204" pitchFamily="34" charset="0"/>
              </a:rPr>
              <a:t>Как менялось</a:t>
            </a:r>
            <a:br>
              <a:rPr lang="ru-RU" sz="10001" b="1" dirty="0">
                <a:solidFill>
                  <a:schemeClr val="accent1"/>
                </a:solidFill>
                <a:latin typeface="Arial" panose="020B0604020202020204" pitchFamily="34" charset="0"/>
                <a:cs typeface="Arial" panose="020B0604020202020204" pitchFamily="34" charset="0"/>
              </a:rPr>
            </a:br>
            <a:r>
              <a:rPr lang="ru-RU" sz="10001" b="1" dirty="0">
                <a:solidFill>
                  <a:schemeClr val="accent1"/>
                </a:solidFill>
                <a:latin typeface="Arial" panose="020B0604020202020204" pitchFamily="34" charset="0"/>
                <a:cs typeface="Arial" panose="020B0604020202020204" pitchFamily="34" charset="0"/>
              </a:rPr>
              <a:t>движение</a:t>
            </a:r>
            <a:endParaRPr lang="ru-RU" sz="10001" b="1" dirty="0">
              <a:solidFill>
                <a:schemeClr val="accent1"/>
              </a:solidFill>
              <a:latin typeface="Arial" panose="020B0604020202020204" pitchFamily="34" charset="0"/>
              <a:cs typeface="Arial" panose="020B0604020202020204" pitchFamily="34" charset="0"/>
            </a:endParaRPr>
          </a:p>
        </p:txBody>
      </p:sp>
      <p:sp>
        <p:nvSpPr>
          <p:cNvPr id="4772" name="Lorem ipsum dolor sit amet, consectetur adipiscing elit, sed do eiusmod tempor incididunt ut labore et dolore magna aliqua. Arcu dictum varius duis at consectetur lorem donec. Volutpat maecenas volutpat blandit aliquam. Egestas quis ipsum suspendisse ult"/>
          <p:cNvSpPr txBox="1"/>
          <p:nvPr/>
        </p:nvSpPr>
        <p:spPr>
          <a:xfrm>
            <a:off x="8915401" y="8910638"/>
            <a:ext cx="9104677" cy="372281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0801" tIns="50801" rIns="50801" bIns="50801">
            <a:spAutoFit/>
          </a:bodyPr>
          <a:lstStyle>
            <a:lvl1pPr algn="l" defTabSz="457200">
              <a:lnSpc>
                <a:spcPct val="120000"/>
              </a:lnSpc>
              <a:defRPr sz="3000" b="0">
                <a:solidFill>
                  <a:srgbClr val="7F8189"/>
                </a:solidFill>
                <a:latin typeface="Arial"/>
                <a:ea typeface="Arial"/>
                <a:cs typeface="Arial"/>
                <a:sym typeface="Arial"/>
              </a:defRPr>
            </a:lvl1pPr>
          </a:lstStyle>
          <a:p>
            <a:pPr>
              <a:defRPr sz="3000" b="0">
                <a:solidFill>
                  <a:srgbClr val="7F8189"/>
                </a:solidFill>
                <a:latin typeface="Arial"/>
                <a:ea typeface="Arial"/>
                <a:cs typeface="Arial"/>
                <a:sym typeface="Arial"/>
              </a:defRPr>
            </a:pPr>
            <a:r>
              <a:rPr lang="ru-RU" sz="3000" b="1" dirty="0">
                <a:solidFill>
                  <a:schemeClr val="tx2"/>
                </a:solidFill>
                <a:latin typeface="Arial" panose="020B0604020202020204" pitchFamily="34" charset="0"/>
                <a:cs typeface="Arial" panose="020B0604020202020204" pitchFamily="34" charset="0"/>
              </a:rPr>
              <a:t>Первые скинхеды не обязательно придерживались расистских или политических взглядов.</a:t>
            </a:r>
            <a:endParaRPr lang="ru-RU" sz="3000" b="1" dirty="0">
              <a:solidFill>
                <a:schemeClr val="tx2"/>
              </a:solidFill>
              <a:latin typeface="Arial" panose="020B0604020202020204" pitchFamily="34" charset="0"/>
              <a:cs typeface="Arial" panose="020B0604020202020204" pitchFamily="34" charset="0"/>
            </a:endParaRPr>
          </a:p>
          <a:p>
            <a:pPr>
              <a:defRPr sz="3000" b="0">
                <a:solidFill>
                  <a:srgbClr val="7F8189"/>
                </a:solidFill>
                <a:latin typeface="Arial"/>
                <a:ea typeface="Arial"/>
                <a:cs typeface="Arial"/>
                <a:sym typeface="Arial"/>
              </a:defRPr>
            </a:pPr>
            <a:endParaRPr lang="ru-RU" sz="3000" b="1" dirty="0">
              <a:solidFill>
                <a:schemeClr val="tx2"/>
              </a:solidFill>
              <a:latin typeface="Arial" panose="020B0604020202020204" pitchFamily="34" charset="0"/>
              <a:cs typeface="Arial" panose="020B0604020202020204" pitchFamily="34" charset="0"/>
            </a:endParaRPr>
          </a:p>
          <a:p>
            <a:pPr>
              <a:defRPr sz="3000" b="0">
                <a:solidFill>
                  <a:srgbClr val="7F8189"/>
                </a:solidFill>
                <a:latin typeface="Arial"/>
                <a:ea typeface="Arial"/>
                <a:cs typeface="Arial"/>
                <a:sym typeface="Arial"/>
              </a:defRPr>
            </a:pPr>
            <a:r>
              <a:rPr lang="ru-RU" sz="3000" b="1" dirty="0">
                <a:solidFill>
                  <a:schemeClr val="tx2"/>
                </a:solidFill>
                <a:latin typeface="Arial" panose="020B0604020202020204" pitchFamily="34" charset="0"/>
                <a:cs typeface="Arial" panose="020B0604020202020204" pitchFamily="34" charset="0"/>
              </a:rPr>
              <a:t>Со временем движение стало разнообразным: одни участники сохранили первоначальные традиции, другие начали связывать себя с различными политическими направлениями.</a:t>
            </a:r>
            <a:endParaRPr lang="ru-RU" sz="3000" b="1" dirty="0">
              <a:solidFill>
                <a:schemeClr val="tx2"/>
              </a:solidFill>
              <a:latin typeface="Arial" panose="020B0604020202020204" pitchFamily="34" charset="0"/>
              <a:cs typeface="Arial" panose="020B0604020202020204" pitchFamily="34" charset="0"/>
            </a:endParaRPr>
          </a:p>
        </p:txBody>
      </p:sp>
      <p:pic>
        <p:nvPicPr>
          <p:cNvPr id="8" name="Picture 7">
            <a:extLst>
              <a:ext uri="{FF2B5EF4-FFF2-40B4-BE49-F238E27FC236}">
                <a16:creationId xmlns:a16="http://schemas.microsoft.com/office/drawing/2014/main" id="{C6DA2205-D820-4DF9-BB59-58C04FA40609}"/>
              </a:ext>
            </a:extLst>
          </p:cNvPr>
          <p:cNvPicPr>
            <a:picLocks noChangeAspect="1"/>
          </p:cNvPicPr>
          <p:nvPr/>
        </p:nvPicPr>
        <p:blipFill rotWithShape="1">
          <a:blip r:embed="rId2">
            <a:extLst>
              <a:ext uri="{BEBA8EAE-BF5A-486C-A8C5-ECC9F3942E4B}">
                <a14:imgProps xmlns:a14="http://schemas.microsoft.com/office/drawing/2010/main">
                  <a14:imgLayer r:embed="rId3">
                    <a14:imgEffect>
                      <a14:brightnessContrast bright="8000"/>
                    </a14:imgEffect>
                  </a14:imgLayer>
                </a14:imgProps>
              </a:ext>
              <a:ext uri="{28A0092B-C50C-407E-A947-70E740481C1C}">
                <a14:useLocalDpi xmlns:a14="http://schemas.microsoft.com/office/drawing/2010/main" val="0"/>
              </a:ext>
            </a:extLst>
          </a:blip>
          <a:srcRect l="25444"/>
          <a:stretch/>
        </p:blipFill>
        <p:spPr>
          <a:xfrm>
            <a:off x="0" y="-45641"/>
            <a:ext cx="7813488" cy="13761641"/>
          </a:xfrm>
          <a:prstGeom prst="rect">
            <a:avLst/>
          </a:prstGeom>
        </p:spPr>
      </p:pic>
      <p:sp>
        <p:nvSpPr>
          <p:cNvPr id="9001" name="!!Ring" descr="Светящееся кольцо"/>
          <p:cNvSpPr/>
          <p:nvPr/>
        </p:nvSpPr>
        <p:spPr>
          <a:xfrm>
            <a:off x="18105120" y="3108960"/>
            <a:ext cx="5852160" cy="5852160"/>
          </a:xfrm>
          <a:prstGeom prst="ellipse">
            <a:avLst/>
          </a:prstGeom>
          <a:noFill/>
          <a:ln w="76200">
            <a:solidFill>
              <a:srgbClr val="C80D3F"/>
            </a:solidFill>
          </a:ln>
          <a:effectLst>
            <a:glow rad="355600">
              <a:srgbClr val="C80D3F">
                <a:alpha val="55000"/>
              </a:srgbClr>
            </a:glow>
          </a:effectLst>
        </p:spPr>
      </p:sp>
      <mc:AlternateContent xmlns:mc="http://schemas.openxmlformats.org/markup-compatibility/2006">
        <mc:Choice xmlns:am3d="http://schemas.microsoft.com/office/drawing/2017/model3d" Requires="am3d">
          <p:graphicFrame>
            <p:nvGraphicFramePr>
              <p:cNvPr id="9002" name="!!Emblem3D" descr="3D-модель эмблемы Президентской академии"/>
              <p:cNvGraphicFramePr>
                <a:graphicFrameLocks noGrp="1" noChangeAspect="1"/>
              </p:cNvGraphicFramePr>
              <p:nvPr/>
            </p:nvGraphicFramePr>
            <p:xfrm>
              <a:off x="18631814" y="3635654"/>
              <a:ext cx="4798772" cy="4798772"/>
            </p:xfrm>
            <a:graphic>
              <a:graphicData uri="http://schemas.microsoft.com/office/drawing/2017/model3d">
                <am3d:model3d r:embed="rId4">
                  <am3d:spPr>
                    <a:xfrm>
                      <a:off x="18631814" y="3635654"/>
                      <a:ext cx="4798772" cy="4798772"/>
                    </a:xfrm>
                    <a:prstGeom prst="rect">
                      <a:avLst/>
                    </a:prstGeom>
                    <a:effectLst>
                      <a:glow rad="190500">
                        <a:srgbClr val="C80D3F">
                          <a:alpha val="40000"/>
                        </a:srgbClr>
                      </a:glow>
                    </a:effectLst>
                  </am3d:spPr>
                  <am3d:camera>
                    <am3d:pos x="0" y="0" z="52000000"/>
                    <am3d:up dx="0" dy="36000000" dz="0"/>
                    <am3d:lookAt x="0" y="0" z="0"/>
                    <am3d:perspective fov="2700000"/>
                  </am3d:camera>
                  <am3d:trans>
                    <am3d:meterPerModelUnit n="1000000" d="1000000"/>
                    <am3d:preTrans dx="0" dy="0" dz="0"/>
                    <am3d:scale>
                      <am3d:sx n="1000000" d="1000000"/>
                      <am3d:sy n="1000000" d="1000000"/>
                      <am3d:sz n="1000000" d="1000000"/>
                    </am3d:scale>
                    <am3d:rot ax="0" ay="19800000" az="0"/>
                    <am3d:postTrans dx="0" dy="0" dz="0"/>
                  </am3d:trans>
                  <am3d:raster rName="Office3DRenderer" rVer="16.0.8326">
                    <am3d:blip r:embed="rId5"/>
                  </am3d:raster>
                  <am3d:objViewport viewportSz="4798772"/>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9002" name="!!Emblem3D" descr="3D-модель эмблемы Президентской академии"/>
              <p:cNvPicPr>
                <a:picLocks noGrp="1" noRot="1" noChangeAspect="1" noMove="1" noResize="1" noEditPoints="1" noAdjustHandles="1" noChangeArrowheads="1" noChangeShapeType="1" noCrop="1"/>
              </p:cNvPicPr>
              <p:nvPr/>
            </p:nvPicPr>
            <p:blipFill>
              <a:blip r:embed="rId5"/>
              <a:stretch>
                <a:fillRect/>
              </a:stretch>
            </p:blipFill>
            <p:spPr>
              <a:xfrm>
                <a:off x="18631814" y="3635654"/>
                <a:ext cx="4798772" cy="4798772"/>
              </a:xfrm>
              <a:prstGeom prst="rect">
                <a:avLst/>
              </a:prstGeom>
              <a:effectLst>
                <a:glow rad="190500">
                  <a:srgbClr val="C80D3F">
                    <a:alpha val="40000"/>
                  </a:srgbClr>
                </a:glow>
              </a:effectLst>
            </p:spPr>
          </p:pic>
        </mc:Fallback>
      </mc:AlternateContent>
      <mc:AlternateContent xmlns:mc="http://schemas.openxmlformats.org/markup-compatibility/2006">
        <mc:Choice xmlns:am3d="http://schemas.microsoft.com/office/drawing/2017/model3d" Requires="am3d">
          <p:graphicFrame>
            <p:nvGraphicFramePr>
              <p:cNvPr id="9012" name="!!Boot3D" descr="3D-модель ботинка с высокой шнуровкой"/>
              <p:cNvGraphicFramePr>
                <a:graphicFrameLocks noGrp="1" noChangeAspect="1"/>
              </p:cNvGraphicFramePr>
              <p:nvPr/>
            </p:nvGraphicFramePr>
            <p:xfrm>
              <a:off x="27509724" y="8764524"/>
              <a:ext cx="4873752" cy="4873752"/>
            </p:xfrm>
            <a:graphic>
              <a:graphicData uri="http://schemas.microsoft.com/office/drawing/2017/model3d">
                <am3d:model3d r:embed="rId6">
                  <am3d:spPr>
                    <a:xfrm>
                      <a:off x="27509724" y="8764524"/>
                      <a:ext cx="4873752" cy="4873752"/>
                    </a:xfrm>
                    <a:prstGeom prst="rect">
                      <a:avLst/>
                    </a:prstGeom>
                    <a:effectLst>
                      <a:glow rad="190500">
                        <a:srgbClr val="C80D3F">
                          <a:alpha val="40000"/>
                        </a:srgbClr>
                      </a:glow>
                    </a:effectLst>
                  </am3d:spPr>
                  <am3d:camera>
                    <am3d:pos x="0" y="0" z="52000000"/>
                    <am3d:up dx="0" dy="36000000" dz="0"/>
                    <am3d:lookAt x="0" y="0" z="0"/>
                    <am3d:perspective fov="2700000"/>
                  </am3d:camera>
                  <am3d:trans>
                    <am3d:meterPerModelUnit n="1000000" d="1000000"/>
                    <am3d:preTrans dx="0" dy="0" dz="0"/>
                    <am3d:scale>
                      <am3d:sx n="1000000" d="1000000"/>
                      <am3d:sy n="1000000" d="1000000"/>
                      <am3d:sz n="1000000" d="1000000"/>
                    </am3d:scale>
                    <am3d:rot ax="2400000" ay="9600000" az="1800000"/>
                    <am3d:postTrans dx="0" dy="0" dz="0"/>
                  </am3d:trans>
                  <am3d:raster rName="Office3DRenderer" rVer="16.0.8326">
                    <am3d:blip r:embed="rId7"/>
                  </am3d:raster>
                  <am3d:objViewport viewportSz="4873752"/>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9012" name="!!Boot3D" descr="3D-модель ботинка с высокой шнуровкой"/>
              <p:cNvPicPr>
                <a:picLocks noGrp="1" noRot="1" noChangeAspect="1" noMove="1" noResize="1" noEditPoints="1" noAdjustHandles="1" noChangeArrowheads="1" noChangeShapeType="1" noCrop="1"/>
              </p:cNvPicPr>
              <p:nvPr/>
            </p:nvPicPr>
            <p:blipFill>
              <a:blip r:embed="rId7"/>
              <a:stretch>
                <a:fillRect/>
              </a:stretch>
            </p:blipFill>
            <p:spPr>
              <a:xfrm>
                <a:off x="27509724" y="8764524"/>
                <a:ext cx="4873752" cy="4873752"/>
              </a:xfrm>
              <a:prstGeom prst="rect">
                <a:avLst/>
              </a:prstGeom>
              <a:effectLst>
                <a:glow rad="190500">
                  <a:srgbClr val="C80D3F">
                    <a:alpha val="40000"/>
                  </a:srgbClr>
                </a:glow>
              </a:effectLst>
            </p:spPr>
          </p:pic>
        </mc:Fallback>
      </mc:AlternateContent>
      <mc:AlternateContent xmlns:mc="http://schemas.openxmlformats.org/markup-compatibility/2006">
        <mc:Choice xmlns:am3d="http://schemas.microsoft.com/office/drawing/2017/model3d" Requires="am3d">
          <p:graphicFrame>
            <p:nvGraphicFramePr>
              <p:cNvPr id="9022" name="!!Braces3D" descr="3D-модель подтяжек"/>
              <p:cNvGraphicFramePr>
                <a:graphicFrameLocks noGrp="1" noChangeAspect="1"/>
              </p:cNvGraphicFramePr>
              <p:nvPr/>
            </p:nvGraphicFramePr>
            <p:xfrm>
              <a:off x="-7735824" y="10094976"/>
              <a:ext cx="4498848" cy="4498848"/>
            </p:xfrm>
            <a:graphic>
              <a:graphicData uri="http://schemas.microsoft.com/office/drawing/2017/model3d">
                <am3d:model3d r:embed="rId8">
                  <am3d:spPr>
                    <a:xfrm>
                      <a:off x="-7735824" y="10094976"/>
                      <a:ext cx="4498848" cy="4498848"/>
                    </a:xfrm>
                    <a:prstGeom prst="rect">
                      <a:avLst/>
                    </a:prstGeom>
                    <a:effectLst>
                      <a:glow rad="190500">
                        <a:srgbClr val="C80D3F">
                          <a:alpha val="40000"/>
                        </a:srgbClr>
                      </a:glow>
                    </a:effectLst>
                  </am3d:spPr>
                  <am3d:camera>
                    <am3d:pos x="0" y="0" z="52000000"/>
                    <am3d:up dx="0" dy="36000000" dz="0"/>
                    <am3d:lookAt x="0" y="0" z="0"/>
                    <am3d:perspective fov="2700000"/>
                  </am3d:camera>
                  <am3d:trans>
                    <am3d:meterPerModelUnit n="1000000" d="1000000"/>
                    <am3d:preTrans dx="0" dy="0" dz="0"/>
                    <am3d:scale>
                      <am3d:sx n="1000000" d="1000000"/>
                      <am3d:sy n="1000000" d="1000000"/>
                      <am3d:sz n="1000000" d="1000000"/>
                    </am3d:scale>
                    <am3d:rot ax="19800000" ay="12000000" az="20400000"/>
                    <am3d:postTrans dx="0" dy="0" dz="0"/>
                  </am3d:trans>
                  <am3d:raster rName="Office3DRenderer" rVer="16.0.8326">
                    <am3d:blip r:embed="rId9"/>
                  </am3d:raster>
                  <am3d:objViewport viewportSz="4498848"/>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9022" name="!!Braces3D" descr="3D-модель подтяжек"/>
              <p:cNvPicPr>
                <a:picLocks noGrp="1" noRot="1" noChangeAspect="1" noMove="1" noResize="1" noEditPoints="1" noAdjustHandles="1" noChangeArrowheads="1" noChangeShapeType="1" noCrop="1"/>
              </p:cNvPicPr>
              <p:nvPr/>
            </p:nvPicPr>
            <p:blipFill>
              <a:blip r:embed="rId9"/>
              <a:stretch>
                <a:fillRect/>
              </a:stretch>
            </p:blipFill>
            <p:spPr>
              <a:xfrm>
                <a:off x="-7735824" y="10094976"/>
                <a:ext cx="4498848" cy="4498848"/>
              </a:xfrm>
              <a:prstGeom prst="rect">
                <a:avLst/>
              </a:prstGeom>
              <a:effectLst>
                <a:glow rad="190500">
                  <a:srgbClr val="C80D3F">
                    <a:alpha val="40000"/>
                  </a:srgbClr>
                </a:glow>
              </a:effectLst>
            </p:spPr>
          </p:pic>
        </mc:Fallback>
      </mc:AlternateContent>
      <mc:AlternateContent xmlns:mc="http://schemas.openxmlformats.org/markup-compatibility/2006">
        <mc:Choice xmlns:am3d="http://schemas.microsoft.com/office/drawing/2017/model3d" Requires="am3d">
          <p:graphicFrame>
            <p:nvGraphicFramePr>
              <p:cNvPr id="9032" name="!!Vinyl3D" descr="3D-модель виниловой пластинки ска"/>
              <p:cNvGraphicFramePr>
                <a:graphicFrameLocks noGrp="1" noChangeAspect="1"/>
              </p:cNvGraphicFramePr>
              <p:nvPr/>
            </p:nvGraphicFramePr>
            <p:xfrm>
              <a:off x="19778472" y="-7653528"/>
              <a:ext cx="5248656" cy="5248656"/>
            </p:xfrm>
            <a:graphic>
              <a:graphicData uri="http://schemas.microsoft.com/office/drawing/2017/model3d">
                <am3d:model3d r:embed="rId10">
                  <am3d:spPr>
                    <a:xfrm>
                      <a:off x="19778472" y="-7653528"/>
                      <a:ext cx="5248656" cy="5248656"/>
                    </a:xfrm>
                    <a:prstGeom prst="rect">
                      <a:avLst/>
                    </a:prstGeom>
                    <a:effectLst>
                      <a:glow rad="190500">
                        <a:srgbClr val="C80D3F">
                          <a:alpha val="40000"/>
                        </a:srgbClr>
                      </a:glow>
                    </a:effectLst>
                  </am3d:spPr>
                  <am3d:camera>
                    <am3d:pos x="0" y="0" z="52000000"/>
                    <am3d:up dx="0" dy="36000000" dz="0"/>
                    <am3d:lookAt x="0" y="0" z="0"/>
                    <am3d:perspective fov="2700000"/>
                  </am3d:camera>
                  <am3d:trans>
                    <am3d:meterPerModelUnit n="1000000" d="1000000"/>
                    <am3d:preTrans dx="0" dy="0" dz="0"/>
                    <am3d:scale>
                      <am3d:sx n="1000000" d="1000000"/>
                      <am3d:sy n="1000000" d="1000000"/>
                      <am3d:sz n="1000000" d="1000000"/>
                    </am3d:scale>
                    <am3d:rot ax="4200000" ay="14400000" az="0"/>
                    <am3d:postTrans dx="0" dy="0" dz="0"/>
                  </am3d:trans>
                  <am3d:raster rName="Office3DRenderer" rVer="16.0.8326">
                    <am3d:blip r:embed="rId11"/>
                  </am3d:raster>
                  <am3d:objViewport viewportSz="5248656"/>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9032" name="!!Vinyl3D" descr="3D-модель виниловой пластинки ска"/>
              <p:cNvPicPr>
                <a:picLocks noGrp="1" noRot="1" noChangeAspect="1" noMove="1" noResize="1" noEditPoints="1" noAdjustHandles="1" noChangeArrowheads="1" noChangeShapeType="1" noCrop="1"/>
              </p:cNvPicPr>
              <p:nvPr/>
            </p:nvPicPr>
            <p:blipFill>
              <a:blip r:embed="rId11"/>
              <a:stretch>
                <a:fillRect/>
              </a:stretch>
            </p:blipFill>
            <p:spPr>
              <a:xfrm>
                <a:off x="19778472" y="-7653528"/>
                <a:ext cx="5248656" cy="5248656"/>
              </a:xfrm>
              <a:prstGeom prst="rect">
                <a:avLst/>
              </a:prstGeom>
              <a:effectLst>
                <a:glow rad="190500">
                  <a:srgbClr val="C80D3F">
                    <a:alpha val="40000"/>
                  </a:srgbClr>
                </a:glow>
              </a:effectLst>
            </p:spPr>
          </p:pic>
        </mc:Fallback>
      </mc:AlternateContent>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4" fill="hold">
                            <p:stCondLst>
                              <p:cond delay="0"/>
                            </p:stCondLst>
                            <p:childTnLst>
                              <p:par>
                                <p:cTn id="4" presetID="42" presetClass="entr" presetSubtype="0" fill="hold" nodeType="withEffect">
                                  <p:stCondLst>
                                    <p:cond delay="500"/>
                                  </p:stCondLst>
                                  <p:childTnLst>
                                    <p:set>
                                      <p:cBhvr>
                                        <p:cTn id="5" dur="1" fill="hold">
                                          <p:stCondLst>
                                            <p:cond delay="0"/>
                                          </p:stCondLst>
                                        </p:cTn>
                                        <p:tgtEl>
                                          <p:spTgt spid="4769"/>
                                        </p:tgtEl>
                                        <p:attrNameLst>
                                          <p:attrName>style.visibility</p:attrName>
                                        </p:attrNameLst>
                                      </p:cBhvr>
                                      <p:to>
                                        <p:strVal val="visible"/>
                                      </p:to>
                                    </p:set>
                                    <p:animEffect transition="in" filter="fade">
                                      <p:cBhvr>
                                        <p:cTn id="6" dur="1200"/>
                                        <p:tgtEl>
                                          <p:spTgt spid="4769"/>
                                        </p:tgtEl>
                                      </p:cBhvr>
                                    </p:animEffect>
                                    <p:anim calcmode="lin" valueType="num">
                                      <p:cBhvr>
                                        <p:cTn id="7" dur="1200" decel="100000" fill="hold"/>
                                        <p:tgtEl>
                                          <p:spTgt spid="4769"/>
                                        </p:tgtEl>
                                        <p:attrNameLst>
                                          <p:attrName>ppt_x</p:attrName>
                                        </p:attrNameLst>
                                      </p:cBhvr>
                                      <p:tavLst>
                                        <p:tav tm="0">
                                          <p:val>
                                            <p:strVal val="#ppt_x"/>
                                          </p:val>
                                        </p:tav>
                                        <p:tav tm="100000">
                                          <p:val>
                                            <p:strVal val="#ppt_x"/>
                                          </p:val>
                                        </p:tav>
                                      </p:tavLst>
                                    </p:anim>
                                    <p:anim calcmode="lin" valueType="num">
                                      <p:cBhvr>
                                        <p:cTn id="8" dur="1200" decel="100000" fill="hold"/>
                                        <p:tgtEl>
                                          <p:spTgt spid="4769"/>
                                        </p:tgtEl>
                                        <p:attrNameLst>
                                          <p:attrName>ppt_y</p:attrName>
                                        </p:attrNameLst>
                                      </p:cBhvr>
                                      <p:tavLst>
                                        <p:tav tm="0">
                                          <p:val>
                                            <p:strVal val="#ppt_y+.1"/>
                                          </p:val>
                                        </p:tav>
                                        <p:tav tm="100000">
                                          <p:val>
                                            <p:strVal val="#ppt_y"/>
                                          </p:val>
                                        </p:tav>
                                      </p:tavLst>
                                    </p:anim>
                                  </p:childTnLst>
                                </p:cTn>
                              </p:par>
                              <p:par>
                                <p:cTn id="9" presetID="42" presetClass="entr" presetSubtype="0" fill="hold" nodeType="withEffect">
                                  <p:stCondLst>
                                    <p:cond delay="680"/>
                                  </p:stCondLst>
                                  <p:childTnLst>
                                    <p:set>
                                      <p:cBhvr>
                                        <p:cTn id="10" dur="1" fill="hold">
                                          <p:stCondLst>
                                            <p:cond delay="0"/>
                                          </p:stCondLst>
                                        </p:cTn>
                                        <p:tgtEl>
                                          <p:spTgt spid="4772"/>
                                        </p:tgtEl>
                                        <p:attrNameLst>
                                          <p:attrName>style.visibility</p:attrName>
                                        </p:attrNameLst>
                                      </p:cBhvr>
                                      <p:to>
                                        <p:strVal val="visible"/>
                                      </p:to>
                                    </p:set>
                                    <p:animEffect transition="in" filter="fade">
                                      <p:cBhvr>
                                        <p:cTn id="11" dur="1200"/>
                                        <p:tgtEl>
                                          <p:spTgt spid="4772"/>
                                        </p:tgtEl>
                                      </p:cBhvr>
                                    </p:animEffect>
                                    <p:anim calcmode="lin" valueType="num">
                                      <p:cBhvr>
                                        <p:cTn id="12" dur="1200" decel="100000" fill="hold"/>
                                        <p:tgtEl>
                                          <p:spTgt spid="4772"/>
                                        </p:tgtEl>
                                        <p:attrNameLst>
                                          <p:attrName>ppt_x</p:attrName>
                                        </p:attrNameLst>
                                      </p:cBhvr>
                                      <p:tavLst>
                                        <p:tav tm="0">
                                          <p:val>
                                            <p:strVal val="#ppt_x"/>
                                          </p:val>
                                        </p:tav>
                                        <p:tav tm="100000">
                                          <p:val>
                                            <p:strVal val="#ppt_x"/>
                                          </p:val>
                                        </p:tav>
                                      </p:tavLst>
                                    </p:anim>
                                    <p:anim calcmode="lin" valueType="num">
                                      <p:cBhvr>
                                        <p:cTn id="13" dur="1200" decel="100000" fill="hold"/>
                                        <p:tgtEl>
                                          <p:spTgt spid="477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Placeholder Demo Text"/>
          <p:cNvSpPr txBox="1"/>
          <p:nvPr/>
        </p:nvSpPr>
        <p:spPr>
          <a:xfrm>
            <a:off x="1427163" y="2921514"/>
            <a:ext cx="12468450" cy="246221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a:spAutoFit/>
          </a:bodyPr>
          <a:lstStyle>
            <a:lvl1pPr algn="l">
              <a:defRPr sz="8000" b="0">
                <a:solidFill>
                  <a:srgbClr val="242423"/>
                </a:solidFill>
                <a:latin typeface="Montserrat Bold"/>
                <a:ea typeface="Montserrat Bold"/>
                <a:cs typeface="Montserrat Bold"/>
                <a:sym typeface="Montserrat Bold"/>
              </a:defRPr>
            </a:lvl1pPr>
          </a:lstStyle>
          <a:p>
            <a:r>
              <a:rPr lang="ru-RU" b="1" dirty="0">
                <a:solidFill>
                  <a:srgbClr val="C80D3F"/>
                </a:solidFill>
                <a:latin typeface="Arial" panose="020B0604020202020204" pitchFamily="34" charset="0"/>
                <a:cs typeface="Arial" panose="020B0604020202020204" pitchFamily="34" charset="0"/>
              </a:rPr>
              <a:t>Скинхеды</a:t>
            </a:r>
            <a:br>
              <a:rPr lang="ru-RU" b="1" dirty="0">
                <a:solidFill>
                  <a:srgbClr val="C80D3F"/>
                </a:solidFill>
                <a:latin typeface="Arial" panose="020B0604020202020204" pitchFamily="34" charset="0"/>
                <a:cs typeface="Arial" panose="020B0604020202020204" pitchFamily="34" charset="0"/>
              </a:rPr>
            </a:br>
            <a:r>
              <a:rPr lang="ru-RU" b="1" dirty="0">
                <a:solidFill>
                  <a:srgbClr val="C80D3F"/>
                </a:solidFill>
                <a:latin typeface="Arial" panose="020B0604020202020204" pitchFamily="34" charset="0"/>
                <a:cs typeface="Arial" panose="020B0604020202020204" pitchFamily="34" charset="0"/>
              </a:rPr>
              <a:t>в современном мире</a:t>
            </a:r>
            <a:endParaRPr lang="ru-RU" b="1" dirty="0">
              <a:solidFill>
                <a:srgbClr val="C80D3F"/>
              </a:solidFill>
              <a:latin typeface="Arial" panose="020B0604020202020204" pitchFamily="34" charset="0"/>
              <a:cs typeface="Arial" panose="020B0604020202020204" pitchFamily="34" charset="0"/>
            </a:endParaRPr>
          </a:p>
        </p:txBody>
      </p:sp>
      <p:sp>
        <p:nvSpPr>
          <p:cNvPr id="59" name="Lorem ipsum dolor sit amet, consectetur adipiscing elit, sed do eiusmod tempor incididunt ut labore et dolore magna aliqua. Arcu dictum varius duis at consectetur lorem donec. Volutpat maecenas volutpat blandit aliquam. Egestas quis ipsum suspendisse ult"/>
          <p:cNvSpPr txBox="1"/>
          <p:nvPr/>
        </p:nvSpPr>
        <p:spPr>
          <a:xfrm>
            <a:off x="1427164" y="5786698"/>
            <a:ext cx="12984480" cy="443300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a:spAutoFit/>
          </a:bodyPr>
          <a:lstStyle/>
          <a:p>
            <a:pPr algn="l" defTabSz="457248">
              <a:lnSpc>
                <a:spcPct val="120000"/>
              </a:lnSpc>
              <a:defRPr sz="3000" b="0">
                <a:solidFill>
                  <a:srgbClr val="7F8189"/>
                </a:solidFill>
                <a:latin typeface="Arial"/>
                <a:ea typeface="Arial"/>
                <a:cs typeface="Arial"/>
                <a:sym typeface="Arial"/>
              </a:defRPr>
            </a:pPr>
            <a:r>
              <a:rPr lang="ru-RU" sz="3000" dirty="0">
                <a:solidFill>
                  <a:schemeClr val="tx2"/>
                </a:solidFill>
                <a:latin typeface="Arial" panose="020B0604020202020204" pitchFamily="34" charset="0"/>
                <a:cs typeface="Arial" panose="020B0604020202020204" pitchFamily="34" charset="0"/>
              </a:rPr>
              <a:t>Сегодня скинхед-культура существует в разных странах и продолжает развиваться.</a:t>
            </a:r>
            <a:endParaRPr lang="ru-RU" sz="3000" dirty="0">
              <a:solidFill>
                <a:schemeClr val="tx2"/>
              </a:solidFill>
              <a:latin typeface="Arial" panose="020B0604020202020204" pitchFamily="34" charset="0"/>
              <a:cs typeface="Arial" panose="020B0604020202020204" pitchFamily="34" charset="0"/>
            </a:endParaRPr>
          </a:p>
          <a:p>
            <a:pPr algn="l" defTabSz="457248">
              <a:lnSpc>
                <a:spcPct val="120000"/>
              </a:lnSpc>
              <a:defRPr sz="3000" b="0">
                <a:solidFill>
                  <a:srgbClr val="7F8189"/>
                </a:solidFill>
                <a:latin typeface="Arial"/>
                <a:ea typeface="Arial"/>
                <a:cs typeface="Arial"/>
                <a:sym typeface="Arial"/>
              </a:defRPr>
            </a:pPr>
            <a:endParaRPr lang="ru-RU" sz="3000" dirty="0">
              <a:solidFill>
                <a:schemeClr val="tx2"/>
              </a:solidFill>
              <a:latin typeface="Arial" panose="020B0604020202020204" pitchFamily="34" charset="0"/>
              <a:cs typeface="Arial" panose="020B0604020202020204" pitchFamily="34" charset="0"/>
            </a:endParaRPr>
          </a:p>
          <a:p>
            <a:pPr algn="l" defTabSz="457248">
              <a:lnSpc>
                <a:spcPct val="120000"/>
              </a:lnSpc>
              <a:defRPr sz="3000" b="0">
                <a:solidFill>
                  <a:srgbClr val="7F8189"/>
                </a:solidFill>
                <a:latin typeface="Arial"/>
                <a:ea typeface="Arial"/>
                <a:cs typeface="Arial"/>
                <a:sym typeface="Arial"/>
              </a:defRPr>
            </a:pPr>
            <a:r>
              <a:rPr lang="ru-RU" sz="3000" dirty="0">
                <a:solidFill>
                  <a:schemeClr val="tx2"/>
                </a:solidFill>
                <a:latin typeface="Arial" panose="020B0604020202020204" pitchFamily="34" charset="0"/>
                <a:cs typeface="Arial" panose="020B0604020202020204" pitchFamily="34" charset="0"/>
              </a:rPr>
              <a:t>Некоторые её представители интересуются музыкой, историей и стилем одежды, другие участвуют в политических движениях.</a:t>
            </a:r>
            <a:endParaRPr lang="ru-RU" sz="3000" dirty="0">
              <a:solidFill>
                <a:schemeClr val="tx2"/>
              </a:solidFill>
              <a:latin typeface="Arial" panose="020B0604020202020204" pitchFamily="34" charset="0"/>
              <a:cs typeface="Arial" panose="020B0604020202020204" pitchFamily="34" charset="0"/>
            </a:endParaRPr>
          </a:p>
          <a:p>
            <a:pPr algn="l" defTabSz="457248">
              <a:lnSpc>
                <a:spcPct val="120000"/>
              </a:lnSpc>
              <a:defRPr sz="3000" b="0">
                <a:solidFill>
                  <a:srgbClr val="7F8189"/>
                </a:solidFill>
                <a:latin typeface="Arial"/>
                <a:ea typeface="Arial"/>
                <a:cs typeface="Arial"/>
                <a:sym typeface="Arial"/>
              </a:defRPr>
            </a:pPr>
            <a:endParaRPr lang="ru-RU" sz="3000" dirty="0">
              <a:solidFill>
                <a:schemeClr val="tx2"/>
              </a:solidFill>
              <a:latin typeface="Arial" panose="020B0604020202020204" pitchFamily="34" charset="0"/>
              <a:cs typeface="Arial" panose="020B0604020202020204" pitchFamily="34" charset="0"/>
            </a:endParaRPr>
          </a:p>
          <a:p>
            <a:pPr algn="l" defTabSz="457248">
              <a:lnSpc>
                <a:spcPct val="120000"/>
              </a:lnSpc>
              <a:defRPr sz="3000" b="0">
                <a:solidFill>
                  <a:srgbClr val="7F8189"/>
                </a:solidFill>
                <a:latin typeface="Arial"/>
                <a:ea typeface="Arial"/>
                <a:cs typeface="Arial"/>
                <a:sym typeface="Arial"/>
              </a:defRPr>
            </a:pPr>
            <a:r>
              <a:rPr lang="ru-RU" sz="3000" dirty="0">
                <a:solidFill>
                  <a:schemeClr val="tx2"/>
                </a:solidFill>
                <a:latin typeface="Arial" panose="020B0604020202020204" pitchFamily="34" charset="0"/>
                <a:cs typeface="Arial" panose="020B0604020202020204" pitchFamily="34" charset="0"/>
              </a:rPr>
              <a:t>Радикальные группировки, связанные с ненавистью и насилием, могут представлять опасность для общества.</a:t>
            </a:r>
            <a:endParaRPr lang="ru-RU" sz="3000" dirty="0">
              <a:solidFill>
                <a:schemeClr val="tx2"/>
              </a:solidFill>
              <a:latin typeface="Arial" panose="020B0604020202020204" pitchFamily="34" charset="0"/>
              <a:cs typeface="Arial" panose="020B0604020202020204" pitchFamily="34" charset="0"/>
            </a:endParaRPr>
          </a:p>
        </p:txBody>
      </p:sp>
      <p:sp>
        <p:nvSpPr>
          <p:cNvPr id="60" name="Rectangle"/>
          <p:cNvSpPr/>
          <p:nvPr/>
        </p:nvSpPr>
        <p:spPr>
          <a:xfrm>
            <a:off x="1427163" y="2604480"/>
            <a:ext cx="3158692" cy="116630"/>
          </a:xfrm>
          <a:prstGeom prst="rect">
            <a:avLst/>
          </a:prstGeom>
          <a:solidFill>
            <a:srgbClr val="C80D3F"/>
          </a:solidFill>
          <a:ln w="12700" cap="flat">
            <a:noFill/>
            <a:miter lim="400000"/>
          </a:ln>
          <a:effectLst/>
        </p:spPr>
        <p:txBody>
          <a:bodyPr wrap="square" lIns="0" tIns="0" rIns="0" bIns="0" numCol="1" anchor="ctr">
            <a:noAutofit/>
          </a:bodyPr>
          <a:lstStyle/>
          <a:p>
            <a:pPr>
              <a:defRPr sz="3200" b="0">
                <a:solidFill>
                  <a:srgbClr val="FFFFFF"/>
                </a:solidFill>
                <a:latin typeface="+mn-lt"/>
                <a:ea typeface="+mn-ea"/>
                <a:cs typeface="+mn-cs"/>
                <a:sym typeface="Helvetica Neue Medium"/>
              </a:defRPr>
            </a:pPr>
            <a:endParaRPr sz="3200" dirty="0">
              <a:latin typeface="Arial Black" panose="020B0604020202020204" pitchFamily="34" charset="0"/>
              <a:cs typeface="Arial Black" panose="020B0604020202020204" pitchFamily="34" charset="0"/>
            </a:endParaRPr>
          </a:p>
        </p:txBody>
      </p:sp>
      <p:sp>
        <p:nvSpPr>
          <p:cNvPr id="61" name="Subtitle Text"/>
          <p:cNvSpPr/>
          <p:nvPr/>
        </p:nvSpPr>
        <p:spPr>
          <a:xfrm>
            <a:off x="1427164" y="2266950"/>
            <a:ext cx="3322710" cy="337530"/>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solidFill>
            <a:srgbClr val="002B5B"/>
          </a:solid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50801" tIns="50801" rIns="50801" bIns="50801" numCol="1" anchor="t">
            <a:spAutoFit/>
          </a:bodyPr>
          <a:lstStyle>
            <a:lvl1pPr algn="l" defTabSz="457200">
              <a:lnSpc>
                <a:spcPct val="120000"/>
              </a:lnSpc>
              <a:defRPr sz="1400" cap="all" spc="1120">
                <a:solidFill>
                  <a:srgbClr val="242423"/>
                </a:solidFill>
                <a:latin typeface="Arial"/>
                <a:ea typeface="Arial"/>
                <a:cs typeface="Arial"/>
                <a:sym typeface="Arial"/>
              </a:defRPr>
            </a:lvl1pPr>
          </a:lstStyle>
          <a:p>
            <a:r>
              <a:rPr lang="ru-RU" sz="1401" dirty="0">
                <a:solidFill>
                  <a:srgbClr val="C80D3F"/>
                </a:solidFill>
                <a:latin typeface="Arial" panose="020B0604020202020204" pitchFamily="34" charset="0"/>
                <a:cs typeface="Arial" panose="020B0604020202020204" pitchFamily="34" charset="0"/>
              </a:rPr>
              <a:t>Сегодня</a:t>
            </a:r>
            <a:endParaRPr lang="ru-RU" sz="1401" dirty="0">
              <a:solidFill>
                <a:srgbClr val="C80D3F"/>
              </a:solidFill>
              <a:latin typeface="Arial" panose="020B0604020202020204" pitchFamily="34" charset="0"/>
              <a:cs typeface="Arial" panose="020B0604020202020204" pitchFamily="34" charset="0"/>
            </a:endParaRPr>
          </a:p>
        </p:txBody>
      </p:sp>
      <p:sp>
        <p:nvSpPr>
          <p:cNvPr id="9001" name="!!Ring" descr="Светящееся кольцо"/>
          <p:cNvSpPr/>
          <p:nvPr/>
        </p:nvSpPr>
        <p:spPr>
          <a:xfrm>
            <a:off x="11887200" y="9784080"/>
            <a:ext cx="3291840" cy="3291840"/>
          </a:xfrm>
          <a:prstGeom prst="ellipse">
            <a:avLst/>
          </a:prstGeom>
          <a:noFill/>
          <a:ln w="76200">
            <a:solidFill>
              <a:srgbClr val="C80D3F"/>
            </a:solidFill>
          </a:ln>
          <a:effectLst>
            <a:glow rad="355600">
              <a:srgbClr val="C80D3F">
                <a:alpha val="55000"/>
              </a:srgbClr>
            </a:glow>
          </a:effectLst>
        </p:spPr>
      </p:sp>
      <mc:AlternateContent xmlns:mc="http://schemas.openxmlformats.org/markup-compatibility/2006">
        <mc:Choice xmlns:am3d="http://schemas.microsoft.com/office/drawing/2017/model3d" Requires="am3d">
          <p:graphicFrame>
            <p:nvGraphicFramePr>
              <p:cNvPr id="9002" name="!!Emblem3D" descr="3D-модель эмблемы Президентской академии"/>
              <p:cNvGraphicFramePr>
                <a:graphicFrameLocks noGrp="1" noChangeAspect="1"/>
              </p:cNvGraphicFramePr>
              <p:nvPr/>
            </p:nvGraphicFramePr>
            <p:xfrm>
              <a:off x="12183465" y="10080345"/>
              <a:ext cx="2699310" cy="2699310"/>
            </p:xfrm>
            <a:graphic>
              <a:graphicData uri="http://schemas.microsoft.com/office/drawing/2017/model3d">
                <am3d:model3d r:embed="rId2">
                  <am3d:spPr>
                    <a:xfrm>
                      <a:off x="12183465" y="10080345"/>
                      <a:ext cx="2699310" cy="2699310"/>
                    </a:xfrm>
                    <a:prstGeom prst="rect">
                      <a:avLst/>
                    </a:prstGeom>
                    <a:effectLst>
                      <a:glow rad="190500">
                        <a:srgbClr val="C80D3F">
                          <a:alpha val="40000"/>
                        </a:srgbClr>
                      </a:glow>
                    </a:effectLst>
                  </am3d:spPr>
                  <am3d:camera>
                    <am3d:pos x="0" y="0" z="52000000"/>
                    <am3d:up dx="0" dy="36000000" dz="0"/>
                    <am3d:lookAt x="0" y="0" z="0"/>
                    <am3d:perspective fov="2700000"/>
                  </am3d:camera>
                  <am3d:trans>
                    <am3d:meterPerModelUnit n="1000000" d="1000000"/>
                    <am3d:preTrans dx="0" dy="0" dz="0"/>
                    <am3d:scale>
                      <am3d:sx n="1000000" d="1000000"/>
                      <am3d:sy n="1000000" d="1000000"/>
                      <am3d:sz n="1000000" d="1000000"/>
                    </am3d:scale>
                    <am3d:rot ax="480000" ay="2100000" az="0"/>
                    <am3d:postTrans dx="0" dy="0" dz="0"/>
                  </am3d:trans>
                  <am3d:raster rName="Office3DRenderer" rVer="16.0.8326">
                    <am3d:blip r:embed="rId3"/>
                  </am3d:raster>
                  <am3d:objViewport viewportSz="269931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9002" name="!!Emblem3D" descr="3D-модель эмблемы Президентской академии"/>
              <p:cNvPicPr>
                <a:picLocks noGrp="1" noRot="1" noChangeAspect="1" noMove="1" noResize="1" noEditPoints="1" noAdjustHandles="1" noChangeArrowheads="1" noChangeShapeType="1" noCrop="1"/>
              </p:cNvPicPr>
              <p:nvPr/>
            </p:nvPicPr>
            <p:blipFill>
              <a:blip r:embed="rId3"/>
              <a:stretch>
                <a:fillRect/>
              </a:stretch>
            </p:blipFill>
            <p:spPr>
              <a:xfrm>
                <a:off x="12183465" y="10080345"/>
                <a:ext cx="2699310" cy="2699310"/>
              </a:xfrm>
              <a:prstGeom prst="rect">
                <a:avLst/>
              </a:prstGeom>
              <a:effectLst>
                <a:glow rad="190500">
                  <a:srgbClr val="C80D3F">
                    <a:alpha val="40000"/>
                  </a:srgbClr>
                </a:glow>
              </a:effectLst>
            </p:spPr>
          </p:pic>
        </mc:Fallback>
      </mc:AlternateContent>
      <mc:AlternateContent xmlns:mc="http://schemas.openxmlformats.org/markup-compatibility/2006">
        <mc:Choice xmlns:am3d="http://schemas.microsoft.com/office/drawing/2017/model3d" Requires="am3d">
          <p:graphicFrame>
            <p:nvGraphicFramePr>
              <p:cNvPr id="9012" name="!!Vinyl3D" descr="3D-модель виниловой пластинки ска"/>
              <p:cNvGraphicFramePr>
                <a:graphicFrameLocks noGrp="1" noChangeAspect="1"/>
              </p:cNvGraphicFramePr>
              <p:nvPr/>
            </p:nvGraphicFramePr>
            <p:xfrm>
              <a:off x="15049195" y="2339035"/>
              <a:ext cx="4648810" cy="4648810"/>
            </p:xfrm>
            <a:graphic>
              <a:graphicData uri="http://schemas.microsoft.com/office/drawing/2017/model3d">
                <am3d:model3d r:embed="rId4">
                  <am3d:spPr>
                    <a:xfrm>
                      <a:off x="15049195" y="2339035"/>
                      <a:ext cx="4648810" cy="4648810"/>
                    </a:xfrm>
                    <a:prstGeom prst="rect">
                      <a:avLst/>
                    </a:prstGeom>
                    <a:effectLst>
                      <a:glow rad="190500">
                        <a:srgbClr val="C80D3F">
                          <a:alpha val="40000"/>
                        </a:srgbClr>
                      </a:glow>
                    </a:effectLst>
                  </am3d:spPr>
                  <am3d:camera>
                    <am3d:pos x="0" y="0" z="52000000"/>
                    <am3d:up dx="0" dy="36000000" dz="0"/>
                    <am3d:lookAt x="0" y="0" z="0"/>
                    <am3d:perspective fov="2700000"/>
                  </am3d:camera>
                  <am3d:trans>
                    <am3d:meterPerModelUnit n="1000000" d="1000000"/>
                    <am3d:preTrans dx="0" dy="0" dz="0"/>
                    <am3d:scale>
                      <am3d:sx n="1000000" d="1000000"/>
                      <am3d:sy n="1000000" d="1000000"/>
                      <am3d:sz n="1000000" d="1000000"/>
                    </am3d:scale>
                    <am3d:rot ax="20100000" ay="20100000" az="0"/>
                    <am3d:postTrans dx="0" dy="0" dz="0"/>
                  </am3d:trans>
                  <am3d:raster rName="Office3DRenderer" rVer="16.0.8326">
                    <am3d:blip r:embed="rId5"/>
                  </am3d:raster>
                  <am3d:objViewport viewportSz="4648810"/>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9012" name="!!Vinyl3D" descr="3D-модель виниловой пластинки ска"/>
              <p:cNvPicPr>
                <a:picLocks noGrp="1" noRot="1" noChangeAspect="1" noMove="1" noResize="1" noEditPoints="1" noAdjustHandles="1" noChangeArrowheads="1" noChangeShapeType="1" noCrop="1"/>
              </p:cNvPicPr>
              <p:nvPr/>
            </p:nvPicPr>
            <p:blipFill>
              <a:blip r:embed="rId5"/>
              <a:stretch>
                <a:fillRect/>
              </a:stretch>
            </p:blipFill>
            <p:spPr>
              <a:xfrm>
                <a:off x="15049195" y="2339035"/>
                <a:ext cx="4648810" cy="4648810"/>
              </a:xfrm>
              <a:prstGeom prst="rect">
                <a:avLst/>
              </a:prstGeom>
              <a:effectLst>
                <a:glow rad="190500">
                  <a:srgbClr val="C80D3F">
                    <a:alpha val="40000"/>
                  </a:srgbClr>
                </a:glow>
              </a:effectLst>
            </p:spPr>
          </p:pic>
        </mc:Fallback>
      </mc:AlternateContent>
      <mc:AlternateContent xmlns:mc="http://schemas.openxmlformats.org/markup-compatibility/2006">
        <mc:Choice xmlns:am3d="http://schemas.microsoft.com/office/drawing/2017/model3d" Requires="am3d">
          <p:graphicFrame>
            <p:nvGraphicFramePr>
              <p:cNvPr id="9022" name="!!Boot3D" descr="3D-модель ботинка с высокой шнуровкой"/>
              <p:cNvGraphicFramePr>
                <a:graphicFrameLocks noGrp="1" noChangeAspect="1"/>
              </p:cNvGraphicFramePr>
              <p:nvPr/>
            </p:nvGraphicFramePr>
            <p:xfrm>
              <a:off x="18331891" y="6627571"/>
              <a:ext cx="5398618" cy="5398618"/>
            </p:xfrm>
            <a:graphic>
              <a:graphicData uri="http://schemas.microsoft.com/office/drawing/2017/model3d">
                <am3d:model3d r:embed="rId6">
                  <am3d:spPr>
                    <a:xfrm>
                      <a:off x="18331891" y="6627571"/>
                      <a:ext cx="5398618" cy="5398618"/>
                    </a:xfrm>
                    <a:prstGeom prst="rect">
                      <a:avLst/>
                    </a:prstGeom>
                    <a:effectLst>
                      <a:glow rad="190500">
                        <a:srgbClr val="C80D3F">
                          <a:alpha val="40000"/>
                        </a:srgbClr>
                      </a:glow>
                    </a:effectLst>
                  </am3d:spPr>
                  <am3d:camera>
                    <am3d:pos x="0" y="0" z="52000000"/>
                    <am3d:up dx="0" dy="36000000" dz="0"/>
                    <am3d:lookAt x="0" y="0" z="0"/>
                    <am3d:perspective fov="2700000"/>
                  </am3d:camera>
                  <am3d:trans>
                    <am3d:meterPerModelUnit n="1000000" d="1000000"/>
                    <am3d:preTrans dx="0" dy="0" dz="0"/>
                    <am3d:scale>
                      <am3d:sx n="1000000" d="1000000"/>
                      <am3d:sy n="1000000" d="1000000"/>
                      <am3d:sz n="1000000" d="1000000"/>
                    </am3d:scale>
                    <am3d:rot ax="480000" ay="19200000" az="0"/>
                    <am3d:postTrans dx="0" dy="0" dz="0"/>
                  </am3d:trans>
                  <am3d:raster rName="Office3DRenderer" rVer="16.0.8326">
                    <am3d:blip r:embed="rId7"/>
                  </am3d:raster>
                  <am3d:objViewport viewportSz="5398618"/>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9022" name="!!Boot3D" descr="3D-модель ботинка с высокой шнуровкой"/>
              <p:cNvPicPr>
                <a:picLocks noGrp="1" noRot="1" noChangeAspect="1" noMove="1" noResize="1" noEditPoints="1" noAdjustHandles="1" noChangeArrowheads="1" noChangeShapeType="1" noCrop="1"/>
              </p:cNvPicPr>
              <p:nvPr/>
            </p:nvPicPr>
            <p:blipFill>
              <a:blip r:embed="rId7"/>
              <a:stretch>
                <a:fillRect/>
              </a:stretch>
            </p:blipFill>
            <p:spPr>
              <a:xfrm>
                <a:off x="18331891" y="6627571"/>
                <a:ext cx="5398618" cy="5398618"/>
              </a:xfrm>
              <a:prstGeom prst="rect">
                <a:avLst/>
              </a:prstGeom>
              <a:effectLst>
                <a:glow rad="190500">
                  <a:srgbClr val="C80D3F">
                    <a:alpha val="40000"/>
                  </a:srgbClr>
                </a:glow>
              </a:effectLst>
            </p:spPr>
          </p:pic>
        </mc:Fallback>
      </mc:AlternateContent>
      <mc:AlternateContent xmlns:mc="http://schemas.openxmlformats.org/markup-compatibility/2006">
        <mc:Choice xmlns:am3d="http://schemas.microsoft.com/office/drawing/2017/model3d" Requires="am3d">
          <p:graphicFrame>
            <p:nvGraphicFramePr>
              <p:cNvPr id="9032" name="!!Braces3D" descr="3D-модель подтяжек"/>
              <p:cNvGraphicFramePr>
                <a:graphicFrameLocks noGrp="1" noChangeAspect="1"/>
              </p:cNvGraphicFramePr>
              <p:nvPr/>
            </p:nvGraphicFramePr>
            <p:xfrm>
              <a:off x="-7735824" y="10094976"/>
              <a:ext cx="4498848" cy="4498848"/>
            </p:xfrm>
            <a:graphic>
              <a:graphicData uri="http://schemas.microsoft.com/office/drawing/2017/model3d">
                <am3d:model3d r:embed="rId8">
                  <am3d:spPr>
                    <a:xfrm>
                      <a:off x="-7735824" y="10094976"/>
                      <a:ext cx="4498848" cy="4498848"/>
                    </a:xfrm>
                    <a:prstGeom prst="rect">
                      <a:avLst/>
                    </a:prstGeom>
                    <a:effectLst>
                      <a:glow rad="190500">
                        <a:srgbClr val="C80D3F">
                          <a:alpha val="40000"/>
                        </a:srgbClr>
                      </a:glow>
                    </a:effectLst>
                  </am3d:spPr>
                  <am3d:camera>
                    <am3d:pos x="0" y="0" z="52000000"/>
                    <am3d:up dx="0" dy="36000000" dz="0"/>
                    <am3d:lookAt x="0" y="0" z="0"/>
                    <am3d:perspective fov="2700000"/>
                  </am3d:camera>
                  <am3d:trans>
                    <am3d:meterPerModelUnit n="1000000" d="1000000"/>
                    <am3d:preTrans dx="0" dy="0" dz="0"/>
                    <am3d:scale>
                      <am3d:sx n="1000000" d="1000000"/>
                      <am3d:sy n="1000000" d="1000000"/>
                      <am3d:sz n="1000000" d="1000000"/>
                    </am3d:scale>
                    <am3d:rot ax="19800000" ay="12000000" az="20400000"/>
                    <am3d:postTrans dx="0" dy="0" dz="0"/>
                  </am3d:trans>
                  <am3d:raster rName="Office3DRenderer" rVer="16.0.8326">
                    <am3d:blip r:embed="rId9"/>
                  </am3d:raster>
                  <am3d:objViewport viewportSz="4498848"/>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9032" name="!!Braces3D" descr="3D-модель подтяжек"/>
              <p:cNvPicPr>
                <a:picLocks noGrp="1" noRot="1" noChangeAspect="1" noMove="1" noResize="1" noEditPoints="1" noAdjustHandles="1" noChangeArrowheads="1" noChangeShapeType="1" noCrop="1"/>
              </p:cNvPicPr>
              <p:nvPr/>
            </p:nvPicPr>
            <p:blipFill>
              <a:blip r:embed="rId9"/>
              <a:stretch>
                <a:fillRect/>
              </a:stretch>
            </p:blipFill>
            <p:spPr>
              <a:xfrm>
                <a:off x="-7735824" y="10094976"/>
                <a:ext cx="4498848" cy="4498848"/>
              </a:xfrm>
              <a:prstGeom prst="rect">
                <a:avLst/>
              </a:prstGeom>
              <a:effectLst>
                <a:glow rad="190500">
                  <a:srgbClr val="C80D3F">
                    <a:alpha val="40000"/>
                  </a:srgbClr>
                </a:glow>
              </a:effectLst>
            </p:spPr>
          </p:pic>
        </mc:Fallback>
      </mc:AlternateContent>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9" fill="hold">
                            <p:stCondLst>
                              <p:cond delay="0"/>
                            </p:stCondLst>
                            <p:childTnLst>
                              <p:par>
                                <p:cTn id="4" presetID="42" presetClass="entr" presetSubtype="0" fill="hold" nodeType="withEffect">
                                  <p:stCondLst>
                                    <p:cond delay="500"/>
                                  </p:stCondLst>
                                  <p:childTnLst>
                                    <p:set>
                                      <p:cBhvr>
                                        <p:cTn id="5" dur="1" fill="hold">
                                          <p:stCondLst>
                                            <p:cond delay="0"/>
                                          </p:stCondLst>
                                        </p:cTn>
                                        <p:tgtEl>
                                          <p:spTgt spid="58"/>
                                        </p:tgtEl>
                                        <p:attrNameLst>
                                          <p:attrName>style.visibility</p:attrName>
                                        </p:attrNameLst>
                                      </p:cBhvr>
                                      <p:to>
                                        <p:strVal val="visible"/>
                                      </p:to>
                                    </p:set>
                                    <p:animEffect transition="in" filter="fade">
                                      <p:cBhvr>
                                        <p:cTn id="6" dur="1200"/>
                                        <p:tgtEl>
                                          <p:spTgt spid="58"/>
                                        </p:tgtEl>
                                      </p:cBhvr>
                                    </p:animEffect>
                                    <p:anim calcmode="lin" valueType="num">
                                      <p:cBhvr>
                                        <p:cTn id="7" dur="1200" decel="100000" fill="hold"/>
                                        <p:tgtEl>
                                          <p:spTgt spid="58"/>
                                        </p:tgtEl>
                                        <p:attrNameLst>
                                          <p:attrName>ppt_x</p:attrName>
                                        </p:attrNameLst>
                                      </p:cBhvr>
                                      <p:tavLst>
                                        <p:tav tm="0">
                                          <p:val>
                                            <p:strVal val="#ppt_x"/>
                                          </p:val>
                                        </p:tav>
                                        <p:tav tm="100000">
                                          <p:val>
                                            <p:strVal val="#ppt_x"/>
                                          </p:val>
                                        </p:tav>
                                      </p:tavLst>
                                    </p:anim>
                                    <p:anim calcmode="lin" valueType="num">
                                      <p:cBhvr>
                                        <p:cTn id="8" dur="1200" decel="100000" fill="hold"/>
                                        <p:tgtEl>
                                          <p:spTgt spid="58"/>
                                        </p:tgtEl>
                                        <p:attrNameLst>
                                          <p:attrName>ppt_y</p:attrName>
                                        </p:attrNameLst>
                                      </p:cBhvr>
                                      <p:tavLst>
                                        <p:tav tm="0">
                                          <p:val>
                                            <p:strVal val="#ppt_y+.1"/>
                                          </p:val>
                                        </p:tav>
                                        <p:tav tm="100000">
                                          <p:val>
                                            <p:strVal val="#ppt_y"/>
                                          </p:val>
                                        </p:tav>
                                      </p:tavLst>
                                    </p:anim>
                                  </p:childTnLst>
                                </p:cTn>
                              </p:par>
                              <p:par>
                                <p:cTn id="9" presetID="42" presetClass="entr" presetSubtype="0" fill="hold" nodeType="withEffect">
                                  <p:stCondLst>
                                    <p:cond delay="680"/>
                                  </p:stCondLst>
                                  <p:childTnLst>
                                    <p:set>
                                      <p:cBhvr>
                                        <p:cTn id="10" dur="1" fill="hold">
                                          <p:stCondLst>
                                            <p:cond delay="0"/>
                                          </p:stCondLst>
                                        </p:cTn>
                                        <p:tgtEl>
                                          <p:spTgt spid="59"/>
                                        </p:tgtEl>
                                        <p:attrNameLst>
                                          <p:attrName>style.visibility</p:attrName>
                                        </p:attrNameLst>
                                      </p:cBhvr>
                                      <p:to>
                                        <p:strVal val="visible"/>
                                      </p:to>
                                    </p:set>
                                    <p:animEffect transition="in" filter="fade">
                                      <p:cBhvr>
                                        <p:cTn id="11" dur="1200"/>
                                        <p:tgtEl>
                                          <p:spTgt spid="59"/>
                                        </p:tgtEl>
                                      </p:cBhvr>
                                    </p:animEffect>
                                    <p:anim calcmode="lin" valueType="num">
                                      <p:cBhvr>
                                        <p:cTn id="12" dur="1200" decel="100000" fill="hold"/>
                                        <p:tgtEl>
                                          <p:spTgt spid="59"/>
                                        </p:tgtEl>
                                        <p:attrNameLst>
                                          <p:attrName>ppt_x</p:attrName>
                                        </p:attrNameLst>
                                      </p:cBhvr>
                                      <p:tavLst>
                                        <p:tav tm="0">
                                          <p:val>
                                            <p:strVal val="#ppt_x"/>
                                          </p:val>
                                        </p:tav>
                                        <p:tav tm="100000">
                                          <p:val>
                                            <p:strVal val="#ppt_x"/>
                                          </p:val>
                                        </p:tav>
                                      </p:tavLst>
                                    </p:anim>
                                    <p:anim calcmode="lin" valueType="num">
                                      <p:cBhvr>
                                        <p:cTn id="13" dur="1200" decel="100000" fill="hold"/>
                                        <p:tgtEl>
                                          <p:spTgt spid="59"/>
                                        </p:tgtEl>
                                        <p:attrNameLst>
                                          <p:attrName>ppt_y</p:attrName>
                                        </p:attrNameLst>
                                      </p:cBhvr>
                                      <p:tavLst>
                                        <p:tav tm="0">
                                          <p:val>
                                            <p:strVal val="#ppt_y+.1"/>
                                          </p:val>
                                        </p:tav>
                                        <p:tav tm="100000">
                                          <p:val>
                                            <p:strVal val="#ppt_y"/>
                                          </p:val>
                                        </p:tav>
                                      </p:tavLst>
                                    </p:anim>
                                  </p:childTnLst>
                                </p:cTn>
                              </p:par>
                              <p:par>
                                <p:cTn id="14" presetID="42" presetClass="entr" presetSubtype="0" fill="hold" nodeType="withEffect">
                                  <p:stCondLst>
                                    <p:cond delay="860"/>
                                  </p:stCondLst>
                                  <p:childTnLst>
                                    <p:set>
                                      <p:cBhvr>
                                        <p:cTn id="15" dur="1" fill="hold">
                                          <p:stCondLst>
                                            <p:cond delay="0"/>
                                          </p:stCondLst>
                                        </p:cTn>
                                        <p:tgtEl>
                                          <p:spTgt spid="61"/>
                                        </p:tgtEl>
                                        <p:attrNameLst>
                                          <p:attrName>style.visibility</p:attrName>
                                        </p:attrNameLst>
                                      </p:cBhvr>
                                      <p:to>
                                        <p:strVal val="visible"/>
                                      </p:to>
                                    </p:set>
                                    <p:animEffect transition="in" filter="fade">
                                      <p:cBhvr>
                                        <p:cTn id="16" dur="1200"/>
                                        <p:tgtEl>
                                          <p:spTgt spid="61"/>
                                        </p:tgtEl>
                                      </p:cBhvr>
                                    </p:animEffect>
                                    <p:anim calcmode="lin" valueType="num">
                                      <p:cBhvr>
                                        <p:cTn id="17" dur="1200" decel="100000" fill="hold"/>
                                        <p:tgtEl>
                                          <p:spTgt spid="61"/>
                                        </p:tgtEl>
                                        <p:attrNameLst>
                                          <p:attrName>ppt_x</p:attrName>
                                        </p:attrNameLst>
                                      </p:cBhvr>
                                      <p:tavLst>
                                        <p:tav tm="0">
                                          <p:val>
                                            <p:strVal val="#ppt_x"/>
                                          </p:val>
                                        </p:tav>
                                        <p:tav tm="100000">
                                          <p:val>
                                            <p:strVal val="#ppt_x"/>
                                          </p:val>
                                        </p:tav>
                                      </p:tavLst>
                                    </p:anim>
                                    <p:anim calcmode="lin" valueType="num">
                                      <p:cBhvr>
                                        <p:cTn id="18" dur="1200" decel="100000" fill="hold"/>
                                        <p:tgtEl>
                                          <p:spTgt spid="6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White">
  <a:themeElements>
    <a:clrScheme name="Акцент7">
      <a:dk1>
        <a:srgbClr val="232422"/>
      </a:dk1>
      <a:lt1>
        <a:srgbClr val="FFFFFF"/>
      </a:lt1>
      <a:dk2>
        <a:srgbClr val="7E8089"/>
      </a:dk2>
      <a:lt2>
        <a:srgbClr val="EFF0EF"/>
      </a:lt2>
      <a:accent1>
        <a:srgbClr val="C81240"/>
      </a:accent1>
      <a:accent2>
        <a:srgbClr val="A00F33"/>
      </a:accent2>
      <a:accent3>
        <a:srgbClr val="002B5B"/>
      </a:accent3>
      <a:accent4>
        <a:srgbClr val="004C7A"/>
      </a:accent4>
      <a:accent5>
        <a:srgbClr val="93969C"/>
      </a:accent5>
      <a:accent6>
        <a:srgbClr val="B3B6BA"/>
      </a:accent6>
      <a:hlink>
        <a:srgbClr val="7E8089"/>
      </a:hlink>
      <a:folHlink>
        <a:srgbClr val="93969C"/>
      </a:folHlink>
    </a:clrScheme>
    <a:fontScheme name="Academy">
      <a:majorFont>
        <a:latin typeface="Montserrat SemiBold"/>
        <a:ea typeface="Helvetica Neue Medium"/>
        <a:cs typeface="Helvetica Neue Medium"/>
      </a:majorFont>
      <a:minorFont>
        <a:latin typeface="Montserrat"/>
        <a:ea typeface="Helvetica Neue Medium"/>
        <a:cs typeface="Helvetica Neue Medium"/>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EFDD66"/>
        </a:solidFill>
        <a:ln w="12700" cap="flat">
          <a:noFill/>
          <a:miter lim="400000"/>
        </a:ln>
        <a:effectLst/>
        <a:sp3d/>
      </a:spPr>
      <a:bodyPr rot="0" spcFirstLastPara="1" vertOverflow="overflow" horzOverflow="overflow" vert="horz" wrap="square" lIns="0" tIns="0" rIns="0" bIns="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mn-lt"/>
            <a:ea typeface="+mn-ea"/>
            <a:cs typeface="+mn-cs"/>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3000" b="1" i="0" u="none" strike="noStrike" cap="none" spc="0" normalizeH="0" baseline="0">
            <a:ln>
              <a:noFill/>
            </a:ln>
            <a:solidFill>
              <a:srgbClr val="000000"/>
            </a:solidFill>
            <a:effectLst/>
            <a:uFillTx/>
            <a:latin typeface="Helvetica Neue"/>
            <a:ea typeface="Helvetica Neue"/>
            <a:cs typeface="Helvetica Neue"/>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White">
  <a:themeElements>
    <a:clrScheme name="White">
      <a:dk1>
        <a:srgbClr val="000000"/>
      </a:dk1>
      <a:lt1>
        <a:srgbClr val="FFFFFF"/>
      </a:lt1>
      <a:dk2>
        <a:srgbClr val="5E5E5E"/>
      </a:dk2>
      <a:lt2>
        <a:srgbClr val="D5D5D5"/>
      </a:lt2>
      <a:accent1>
        <a:srgbClr val="00A2FF"/>
      </a:accent1>
      <a:accent2>
        <a:srgbClr val="16E7CF"/>
      </a:accent2>
      <a:accent3>
        <a:srgbClr val="61D836"/>
      </a:accent3>
      <a:accent4>
        <a:srgbClr val="FAE232"/>
      </a:accent4>
      <a:accent5>
        <a:srgbClr val="FF644E"/>
      </a:accent5>
      <a:accent6>
        <a:srgbClr val="EF5FA7"/>
      </a:accent6>
      <a:hlink>
        <a:srgbClr val="0000FF"/>
      </a:hlink>
      <a:folHlink>
        <a:srgbClr val="FF00FF"/>
      </a:folHlink>
    </a:clrScheme>
    <a:fontScheme name="White">
      <a:majorFont>
        <a:latin typeface="Helvetica Neue Medium"/>
        <a:ea typeface="Helvetica Neue Medium"/>
        <a:cs typeface="Helvetica Neue Medium"/>
      </a:majorFont>
      <a:minorFont>
        <a:latin typeface="Helvetica Neue Medium"/>
        <a:ea typeface="Helvetica Neue Medium"/>
        <a:cs typeface="Helvetica Neue Medium"/>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EFDD66"/>
        </a:solidFill>
        <a:ln w="12700" cap="flat">
          <a:noFill/>
          <a:miter lim="400000"/>
        </a:ln>
        <a:effectLst/>
        <a:sp3d/>
      </a:spPr>
      <a:bodyPr rot="0" spcFirstLastPara="1" vertOverflow="overflow" horzOverflow="overflow" vert="horz" wrap="square" lIns="0" tIns="0" rIns="0" bIns="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mn-lt"/>
            <a:ea typeface="+mn-ea"/>
            <a:cs typeface="+mn-cs"/>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3000" b="1" i="0" u="none" strike="noStrike" cap="none" spc="0" normalizeH="0" baseline="0">
            <a:ln>
              <a:noFill/>
            </a:ln>
            <a:solidFill>
              <a:srgbClr val="000000"/>
            </a:solidFill>
            <a:effectLst/>
            <a:uFillTx/>
            <a:latin typeface="Helvetica Neue"/>
            <a:ea typeface="Helvetica Neue"/>
            <a:cs typeface="Helvetica Neue"/>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3.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12806</TotalTime>
  <Words>9083</Words>
  <Application>Microsoft Office PowerPoint</Application>
  <PresentationFormat>Произвольный</PresentationFormat>
  <Paragraphs>1455</Paragraphs>
  <Slides>87</Slides>
  <Notes>5</Notes>
  <HiddenSlides>0</HiddenSlides>
  <MMClips>0</MMClips>
  <ScaleCrop>false</ScaleCrop>
  <HeadingPairs>
    <vt:vector size="6" baseType="variant">
      <vt:variant>
        <vt:lpstr>Использованные шрифты</vt:lpstr>
      </vt:variant>
      <vt:variant>
        <vt:i4>4</vt:i4>
      </vt:variant>
      <vt:variant>
        <vt:lpstr>Тема</vt:lpstr>
      </vt:variant>
      <vt:variant>
        <vt:i4>1</vt:i4>
      </vt:variant>
      <vt:variant>
        <vt:lpstr>Заголовки слайдов</vt:lpstr>
      </vt:variant>
      <vt:variant>
        <vt:i4>87</vt:i4>
      </vt:variant>
    </vt:vector>
  </HeadingPairs>
  <TitlesOfParts>
    <vt:vector size="92" baseType="lpstr">
      <vt:lpstr>Arial</vt:lpstr>
      <vt:lpstr>Arial Black</vt:lpstr>
      <vt:lpstr>Helvetica Neue</vt:lpstr>
      <vt:lpstr>Montserrat Bold</vt:lpstr>
      <vt:lpstr>White</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Апакин Михаил Александрович</dc:creator>
  <cp:lastModifiedBy>Алсу Кленкова</cp:lastModifiedBy>
  <cp:revision>407</cp:revision>
  <cp:lastPrinted>2024-05-06T13:42:22Z</cp:lastPrinted>
  <dcterms:modified xsi:type="dcterms:W3CDTF">2026-04-05T20:52:46Z</dcterms:modified>
</cp:coreProperties>
</file>